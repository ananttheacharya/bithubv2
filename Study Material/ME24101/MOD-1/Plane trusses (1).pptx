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77BCD-76C1-40D9-9D1A-E25AC3D51E8E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FE34C-E8AA-4773-858D-B3A71F573B7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9906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Plane trusses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382000" cy="5257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1. Analysis of truss is the process of finding the forces in the member of a truss.</a:t>
            </a:r>
          </a:p>
          <a:p>
            <a:pPr algn="just"/>
            <a:r>
              <a:rPr lang="en-US" sz="2400" dirty="0" smtClean="0"/>
              <a:t>2. A framed structure is an assemblage of a no. of bars or rods (straight) joined together in such a way to form a rigid framework.</a:t>
            </a:r>
          </a:p>
          <a:p>
            <a:pPr algn="just"/>
            <a:r>
              <a:rPr lang="en-US" sz="2400" dirty="0" smtClean="0"/>
              <a:t>3. This structure is designed to resist geometrical </a:t>
            </a:r>
            <a:r>
              <a:rPr lang="en-US" sz="2400" dirty="0" err="1" smtClean="0"/>
              <a:t>distrotion</a:t>
            </a:r>
            <a:r>
              <a:rPr lang="en-US" sz="2400" dirty="0" smtClean="0"/>
              <a:t> under any applied loading. The ends are joined by riveting, welding or by nuts and bolts.</a:t>
            </a:r>
          </a:p>
          <a:p>
            <a:pPr algn="just"/>
            <a:r>
              <a:rPr lang="en-US" sz="2400" dirty="0" smtClean="0"/>
              <a:t>4. The bars are called two – force members because they are either in tension or compression.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724400"/>
          </a:xfrm>
        </p:spPr>
        <p:txBody>
          <a:bodyPr/>
          <a:lstStyle/>
          <a:p>
            <a:r>
              <a:rPr lang="en-US" dirty="0" smtClean="0"/>
              <a:t>Truss members are connected only at their ends.</a:t>
            </a:r>
          </a:p>
          <a:p>
            <a:r>
              <a:rPr lang="en-US" dirty="0" smtClean="0"/>
              <a:t>Truss members are connected by frictionless pins</a:t>
            </a:r>
          </a:p>
          <a:p>
            <a:r>
              <a:rPr lang="en-US" dirty="0" smtClean="0"/>
              <a:t>Trusses are loaded only at the joints</a:t>
            </a:r>
          </a:p>
          <a:p>
            <a:r>
              <a:rPr lang="en-US" dirty="0" smtClean="0"/>
              <a:t>The weight of the members may be neglected.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r. Rajeev Kumar\Desktop\exam scan\book scan bome\truss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04800"/>
            <a:ext cx="5831284" cy="617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r. Rajeev Kumar\Desktop\exam scan\book scan bome\truss1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5370" y="304800"/>
            <a:ext cx="4233259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Dr. Rajeev Kumar\Desktop\exam scan\book scan bome\truss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2797" y="304800"/>
            <a:ext cx="4238406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Dr. Rajeev Kumar\Desktop\exam scan\book scan bome\truss1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2264" y="304800"/>
            <a:ext cx="4239471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Dr. Rajeev Kumar\Desktop\exam scan\book scan bome\truss1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292" y="381000"/>
            <a:ext cx="4177415" cy="5745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Dr. Rajeev Kumar\Desktop\exam scan\book scan bome\truss1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0403" y="304800"/>
            <a:ext cx="4243193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Dr. Rajeev Kumar\Desktop\exam scan\book scan bome\truss1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6042" y="381000"/>
            <a:ext cx="4171915" cy="5745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Dr. Rajeev Kumar\Desktop\exam scan\book scan bome\truss1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4412" y="304800"/>
            <a:ext cx="4235175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Dr. Rajeev Kumar\Desktop\exam scan\book scan bome\truss1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2797" y="304800"/>
            <a:ext cx="4238406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Dr. Rajeev Kumar\Desktop\exam scan\book scan bome\truss1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9409" y="304800"/>
            <a:ext cx="4245182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Dr. Rajeev Kumar\Desktop\exam scan\book scan bome\truss11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1462" y="304800"/>
            <a:ext cx="4241075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Dr. Rajeev Kumar\Desktop\exam scan\book scan bome\truss11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6868" y="304800"/>
            <a:ext cx="4230263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Dr. Rajeev Kumar\Desktop\exam scan\book scan bome\truss1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1788" y="304800"/>
            <a:ext cx="4240423" cy="58213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133</Words>
  <Application>Microsoft Office PowerPoint</Application>
  <PresentationFormat>On-screen Show (4:3)</PresentationFormat>
  <Paragraphs>10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Plane trusses</vt:lpstr>
      <vt:lpstr>Assumptions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 trusses</dc:title>
  <dc:creator>Dr. Rajeev Kumar</dc:creator>
  <cp:lastModifiedBy>Dr. Rajeev Kumar</cp:lastModifiedBy>
  <cp:revision>16</cp:revision>
  <dcterms:created xsi:type="dcterms:W3CDTF">2018-09-18T06:35:20Z</dcterms:created>
  <dcterms:modified xsi:type="dcterms:W3CDTF">2018-09-18T07:37:43Z</dcterms:modified>
</cp:coreProperties>
</file>