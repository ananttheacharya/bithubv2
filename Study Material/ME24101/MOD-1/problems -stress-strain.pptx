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EE331-222D-4DCD-A98E-541CEE4DD996}" type="datetimeFigureOut">
              <a:rPr lang="en-US" smtClean="0"/>
              <a:t>9/19/2018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DBA0A-4F83-404E-A996-67CE0BF130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7200"/>
            <a:ext cx="6400800" cy="5867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Dr. Rajeev Kumar\Desktop\exam scan\book scan bome\stress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04800"/>
            <a:ext cx="5520707" cy="609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r. Rajeev Kumar\Desktop\exam scan\book scan bome\stress1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7902" y="152400"/>
            <a:ext cx="4708196" cy="647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Dr. Rajeev Kumar\Desktop\exam scan\book scan bome\stress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7902" y="152400"/>
            <a:ext cx="4708196" cy="647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Dr. Rajeev Kumar\Desktop\exam scan\book scan bome\stress1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5597" y="228600"/>
            <a:ext cx="4652805" cy="640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Dr. Rajeev Kumar\Desktop\exam scan\book scan bome\stress1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3293" y="228600"/>
            <a:ext cx="4597414" cy="6324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Dr. Rajeev Kumar\Desktop\exam scan\book scan bome\stress1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5597" y="228600"/>
            <a:ext cx="4652805" cy="640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Dr. Rajeev Kumar\Desktop\exam scan\book scan bome\stress1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0988" y="228600"/>
            <a:ext cx="4542024" cy="624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 Rajeev Kumar</dc:creator>
  <cp:lastModifiedBy>Dr. Rajeev Kumar</cp:lastModifiedBy>
  <cp:revision>7</cp:revision>
  <dcterms:created xsi:type="dcterms:W3CDTF">2018-09-19T03:30:42Z</dcterms:created>
  <dcterms:modified xsi:type="dcterms:W3CDTF">2018-09-19T03:41:56Z</dcterms:modified>
</cp:coreProperties>
</file>