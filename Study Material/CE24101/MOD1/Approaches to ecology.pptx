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F751-78BF-410F-8326-5786CD27F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CA9E0-FAA7-43F9-879B-E84BE3C23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9F144-B8A4-4C64-89C1-58136DF3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722FE-265A-4BBF-8038-9FE9037D7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70C21-1AE3-493B-A62C-10E31EC4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2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8206-7230-40AC-84B3-01922DE91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EEC0-F33F-44E2-B909-CFB15CAB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B07DB-1753-4BE3-AAD9-A6D54F4A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46F02-F766-46F1-A68B-4C563F334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179AF-F206-47EC-A232-F77F2773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7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85A90-A355-4462-8B6D-349ED9182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9B6C4-1224-452F-A6D4-3068EFFD6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AEE48-648E-4203-A138-962E5DF3E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D6C4F-4635-47A2-A230-737C561B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B94BE-1120-43AF-BA4D-2DA67BA3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1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AB73-1C48-41D9-AB05-36128DABC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6FC4-C82B-46E9-85FA-F98BDA4F7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E5196-8FAB-4E5A-91CE-F9CB0D929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1738A-43DD-4502-9DC0-9B68C20B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C5332-B6BA-479D-B9DC-1907868B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F48F0-C34E-46FF-A484-148FBCB0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8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870C-564C-4281-9C6E-F6BCD497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E726F-E151-44E5-A6F8-7424CC1DC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D96F9-F9D7-4323-8CA3-7390A2844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C731B-2A5C-4589-BCDA-77EFD76B9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0ACEF-29C3-4468-AFB9-BEE7EA9028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96A0CA-AA6C-4845-A1C3-3DA44DA6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18977-DFA7-4E51-AFC0-1A82F28B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A1297B-C918-4650-A375-E98A4ACF3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4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09131-3D28-4B1F-A32D-5DED63B2C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5F0E76-3C74-49F4-9B18-2736C6DF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4E87F-7ECF-46E3-AC71-D6BF6A18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63392-9565-40C3-8F16-82B74865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9F8E6-F54C-46CB-A3A7-0348CDDF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FDD0D7-4C92-4785-B5D3-FF635925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32C1F-594A-436B-A8A0-6876FDAC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126F-C2F5-45BC-8AC7-543B24C8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ACF29-0D1A-4B29-8F88-4870F92A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C808D-F480-488C-B967-7A01594E9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5111A-8863-4B69-BBE0-980DED87D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8BA82-7C2F-404B-99AF-9B73EA2E1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6A55A-388D-4F21-81D0-3C592BF03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72314-1122-4373-9FA4-E3CF77761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16EE7-37F5-4A0D-BB0D-69A4A743F8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12D2F-EA45-48E4-A4B0-6938CAE60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8F2F3-C3CB-4323-AF95-1D4E92C5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0BE87-024C-416A-AB41-C0F7D090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EC331-5F05-4210-BAAF-E10E27E9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16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C47EC-B818-478D-8FA8-80A17FBF3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39C6D-B191-4FF0-A8C1-D3CDF4674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144DB-F176-4DC5-8276-E84A01B6A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31960-88B4-4EFB-9128-9C5C2600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D1922-6511-4553-A408-745EB5C9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4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0CBAF-5AD1-475E-A1EC-BF8CB0B6C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E88AF-73B8-4D68-A853-E6A2CA010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222CA-B949-4281-A199-572D7519D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026DF-EA69-40D9-95C6-B7A2EEE03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96C80-53CF-49E8-9E3E-60A58B47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8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49380D-9C4E-45EE-A010-A7977CAE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9549D-9AC1-4262-8EC8-94B8762B3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5E2F4-89C3-4320-8C2F-0A79F8BC4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DBB0C-0E88-4EFE-9A08-A558A5887ABC}" type="datetimeFigureOut">
              <a:rPr lang="en-US" smtClean="0"/>
              <a:t>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666A4-7210-48BD-BF93-BB9855F08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BF917-00F6-4DA9-9EF2-AC85078B3F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85E61-D86D-4379-AEDB-4CD9CB0D1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0A84-BD9B-4627-B7AC-031763BD48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Approaches to Ecology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563F0-A33E-42A4-BC41-F94500EED2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3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BEEBC-491A-482C-B984-596FDCFB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225425"/>
            <a:ext cx="5003800" cy="1325563"/>
          </a:xfrm>
        </p:spPr>
        <p:txBody>
          <a:bodyPr/>
          <a:lstStyle/>
          <a:p>
            <a:r>
              <a:rPr lang="en-US" dirty="0"/>
              <a:t>1. Taxonomic Ecology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63105-A641-4AA6-A84E-257CE01E9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355725"/>
            <a:ext cx="4165600" cy="1666875"/>
          </a:xfrm>
        </p:spPr>
        <p:txBody>
          <a:bodyPr/>
          <a:lstStyle/>
          <a:p>
            <a:r>
              <a:rPr lang="en-US" dirty="0"/>
              <a:t>Plant Ecology</a:t>
            </a:r>
          </a:p>
          <a:p>
            <a:endParaRPr lang="en-US" dirty="0"/>
          </a:p>
          <a:p>
            <a:r>
              <a:rPr lang="en-US" dirty="0"/>
              <a:t>Animal Ecology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B9C3AD-4AD9-4F33-9F8E-97A5CE0CEAC7}"/>
              </a:ext>
            </a:extLst>
          </p:cNvPr>
          <p:cNvSpPr txBox="1">
            <a:spLocks/>
          </p:cNvSpPr>
          <p:nvPr/>
        </p:nvSpPr>
        <p:spPr>
          <a:xfrm>
            <a:off x="7302500" y="225425"/>
            <a:ext cx="45339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2. Habitat Ecology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C7D2F9-E25C-4447-9F93-252F47C0C79F}"/>
              </a:ext>
            </a:extLst>
          </p:cNvPr>
          <p:cNvSpPr txBox="1">
            <a:spLocks/>
          </p:cNvSpPr>
          <p:nvPr/>
        </p:nvSpPr>
        <p:spPr>
          <a:xfrm>
            <a:off x="6921500" y="1355725"/>
            <a:ext cx="5003800" cy="1463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/>
              <a:t>Habitat Study</a:t>
            </a:r>
          </a:p>
          <a:p>
            <a:pPr algn="r"/>
            <a:r>
              <a:rPr lang="en-US"/>
              <a:t>Effects of habitats on Organism</a:t>
            </a:r>
          </a:p>
          <a:p>
            <a:pPr algn="r"/>
            <a:endParaRPr lang="en-US" dirty="0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56C4804-4BAC-4CB7-9234-D913A2DBD436}"/>
              </a:ext>
            </a:extLst>
          </p:cNvPr>
          <p:cNvSpPr txBox="1">
            <a:spLocks/>
          </p:cNvSpPr>
          <p:nvPr/>
        </p:nvSpPr>
        <p:spPr>
          <a:xfrm>
            <a:off x="266700" y="3022601"/>
            <a:ext cx="10515600" cy="927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3. Level of Organization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5233A49-8D20-43DE-ACC5-8B37B4923814}"/>
              </a:ext>
            </a:extLst>
          </p:cNvPr>
          <p:cNvSpPr txBox="1">
            <a:spLocks/>
          </p:cNvSpPr>
          <p:nvPr/>
        </p:nvSpPr>
        <p:spPr>
          <a:xfrm>
            <a:off x="495300" y="3959226"/>
            <a:ext cx="11696700" cy="3000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100" b="1" dirty="0"/>
              <a:t>Autecology-individual </a:t>
            </a:r>
            <a:r>
              <a:rPr lang="en-US" sz="3100" b="1" dirty="0" err="1"/>
              <a:t>spc</a:t>
            </a:r>
            <a:r>
              <a:rPr lang="en-US" sz="3100" b="1" dirty="0"/>
              <a:t>----environment</a:t>
            </a:r>
          </a:p>
          <a:p>
            <a:pPr marL="0" indent="0">
              <a:buNone/>
            </a:pPr>
            <a:r>
              <a:rPr lang="en-US" dirty="0"/>
              <a:t>  (LCA, Morphological changes, distribution)</a:t>
            </a:r>
          </a:p>
          <a:p>
            <a:endParaRPr lang="en-US" dirty="0"/>
          </a:p>
          <a:p>
            <a:r>
              <a:rPr lang="en-US" b="1" dirty="0"/>
              <a:t>Synecology—Community study-----environment</a:t>
            </a:r>
          </a:p>
          <a:p>
            <a:pPr marL="0" indent="0">
              <a:buNone/>
            </a:pPr>
            <a:r>
              <a:rPr lang="en-US" dirty="0"/>
              <a:t>Population ecology and competition,</a:t>
            </a:r>
          </a:p>
          <a:p>
            <a:pPr marL="0" indent="0">
              <a:buNone/>
            </a:pPr>
            <a:r>
              <a:rPr lang="en-US" dirty="0"/>
              <a:t>Community ecology and interdependencies, </a:t>
            </a:r>
          </a:p>
          <a:p>
            <a:pPr marL="0" indent="0">
              <a:buNone/>
            </a:pPr>
            <a:r>
              <a:rPr lang="en-US" dirty="0"/>
              <a:t>Biome ecology and succession and climax stage studies(living), </a:t>
            </a:r>
          </a:p>
          <a:p>
            <a:pPr marL="0" indent="0">
              <a:buNone/>
            </a:pPr>
            <a:r>
              <a:rPr lang="en-US" dirty="0"/>
              <a:t>Ecosystem Ecology –living, non living interrelations </a:t>
            </a:r>
          </a:p>
        </p:txBody>
      </p:sp>
    </p:spTree>
    <p:extLst>
      <p:ext uri="{BB962C8B-B14F-4D97-AF65-F5344CB8AC3E}">
        <p14:creationId xmlns:p14="http://schemas.microsoft.com/office/powerpoint/2010/main" val="4193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BC3A07-E0DF-49AB-9585-84E0A4EF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962025"/>
            <a:ext cx="10515600" cy="2035175"/>
          </a:xfrm>
        </p:spPr>
        <p:txBody>
          <a:bodyPr/>
          <a:lstStyle/>
          <a:p>
            <a:r>
              <a:rPr lang="en-US" dirty="0"/>
              <a:t>Direct factors- light, temp, humidity, soil air, soil water, soil nutrients</a:t>
            </a:r>
          </a:p>
          <a:p>
            <a:r>
              <a:rPr lang="en-US" dirty="0"/>
              <a:t>Indirect Factors- Soil structure, soil organism, altitude, wind, slopes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D2750A-2DD9-4661-BFAF-E2E06F834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9526"/>
            <a:ext cx="10515600" cy="952500"/>
          </a:xfrm>
        </p:spPr>
        <p:txBody>
          <a:bodyPr/>
          <a:lstStyle/>
          <a:p>
            <a:r>
              <a:rPr lang="en-US" b="1" dirty="0"/>
              <a:t>Abiotic Factors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8FAA94-F8EE-4570-8F7D-0067AB101981}"/>
              </a:ext>
            </a:extLst>
          </p:cNvPr>
          <p:cNvSpPr txBox="1">
            <a:spLocks/>
          </p:cNvSpPr>
          <p:nvPr/>
        </p:nvSpPr>
        <p:spPr>
          <a:xfrm>
            <a:off x="889000" y="23344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Categories of Ecological Factors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58FB4E-5499-4E37-8AF3-E98A94B78F88}"/>
              </a:ext>
            </a:extLst>
          </p:cNvPr>
          <p:cNvSpPr txBox="1">
            <a:spLocks/>
          </p:cNvSpPr>
          <p:nvPr/>
        </p:nvSpPr>
        <p:spPr>
          <a:xfrm>
            <a:off x="685800" y="34290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1. Climatic- Light, Temp, Rainfall, Humidity, gases and winds</a:t>
            </a:r>
          </a:p>
          <a:p>
            <a:r>
              <a:rPr lang="en-US"/>
              <a:t>2. Topographic/physiographic- Altitude, slope, direction of valleys</a:t>
            </a:r>
          </a:p>
          <a:p>
            <a:r>
              <a:rPr lang="en-US"/>
              <a:t>3. Edaphic- soil properties</a:t>
            </a:r>
          </a:p>
          <a:p>
            <a:r>
              <a:rPr lang="en-US"/>
              <a:t>4. Biotic- Plant, animal, microrganism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18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2267A3-432A-4947-9B88-984C7C0E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US" b="1" dirty="0"/>
              <a:t>ight (Plant)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8AE53-90B7-4A48-AAAC-657557CF1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Chlorophyll production</a:t>
            </a:r>
          </a:p>
          <a:p>
            <a:r>
              <a:rPr lang="en-US" dirty="0"/>
              <a:t>Heating</a:t>
            </a:r>
          </a:p>
          <a:p>
            <a:r>
              <a:rPr lang="en-US" dirty="0"/>
              <a:t>Transpiration</a:t>
            </a:r>
          </a:p>
          <a:p>
            <a:r>
              <a:rPr lang="en-US" dirty="0"/>
              <a:t>Stomatal Movement</a:t>
            </a:r>
          </a:p>
          <a:p>
            <a:r>
              <a:rPr lang="en-US" dirty="0"/>
              <a:t>Plant Distribution</a:t>
            </a:r>
          </a:p>
          <a:p>
            <a:r>
              <a:rPr lang="en-US" dirty="0"/>
              <a:t>Development of Plant Parts</a:t>
            </a:r>
          </a:p>
          <a:p>
            <a:r>
              <a:rPr lang="en-US" dirty="0" err="1"/>
              <a:t>Phytoperiodism</a:t>
            </a:r>
            <a:r>
              <a:rPr lang="en-US" dirty="0"/>
              <a:t>(long day- Brassica </a:t>
            </a:r>
            <a:r>
              <a:rPr lang="en-US" dirty="0" err="1"/>
              <a:t>spc</a:t>
            </a:r>
            <a:r>
              <a:rPr lang="en-US" dirty="0"/>
              <a:t>, Short day-Datura </a:t>
            </a:r>
            <a:r>
              <a:rPr lang="en-US" dirty="0" err="1"/>
              <a:t>spc</a:t>
            </a:r>
            <a:r>
              <a:rPr lang="en-US" dirty="0"/>
              <a:t>.)</a:t>
            </a:r>
          </a:p>
          <a:p>
            <a:r>
              <a:rPr lang="en-US" dirty="0"/>
              <a:t>Succession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5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4F974-5FA6-45E8-A89F-1F9A2391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(Animals)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881E5-6B76-45C0-92A1-8765A3521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Metabolism (tissue, increase enzymatic actions)</a:t>
            </a:r>
          </a:p>
          <a:p>
            <a:r>
              <a:rPr lang="en-US" dirty="0"/>
              <a:t>Reproduction (breeding increases with light)</a:t>
            </a:r>
          </a:p>
          <a:p>
            <a:r>
              <a:rPr lang="en-US" dirty="0"/>
              <a:t>Development (Salmon larva grows in light)</a:t>
            </a:r>
          </a:p>
          <a:p>
            <a:r>
              <a:rPr lang="en-US" dirty="0"/>
              <a:t>Eyes (light intensities and eye development)</a:t>
            </a:r>
          </a:p>
          <a:p>
            <a:r>
              <a:rPr lang="en-US" dirty="0"/>
              <a:t>Vision (visibility)</a:t>
            </a:r>
          </a:p>
          <a:p>
            <a:r>
              <a:rPr lang="en-US" dirty="0"/>
              <a:t>Pigmentation (leaf insects develop color based on background color)</a:t>
            </a:r>
          </a:p>
          <a:p>
            <a:r>
              <a:rPr lang="en-US" dirty="0"/>
              <a:t>Locomotion (speed based-</a:t>
            </a:r>
            <a:r>
              <a:rPr lang="en-US" dirty="0" err="1"/>
              <a:t>photokinesis</a:t>
            </a:r>
            <a:r>
              <a:rPr lang="en-US" dirty="0"/>
              <a:t>, Phototactic- moving towards </a:t>
            </a:r>
            <a:r>
              <a:rPr lang="en-US" dirty="0" err="1"/>
              <a:t>eg.</a:t>
            </a:r>
            <a:r>
              <a:rPr lang="en-US" dirty="0"/>
              <a:t> euglena or against light, </a:t>
            </a:r>
            <a:r>
              <a:rPr lang="en-US" dirty="0" err="1"/>
              <a:t>eg.</a:t>
            </a:r>
            <a:r>
              <a:rPr lang="en-US" dirty="0"/>
              <a:t> Worms)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4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94155-AAA9-433E-AB28-F10C68A6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Thus,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EFF2B-F0E0-465C-AEF0-0CC68709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Effects Metabolism</a:t>
            </a:r>
          </a:p>
          <a:p>
            <a:r>
              <a:rPr lang="en-US" dirty="0"/>
              <a:t>Effects Reproduction</a:t>
            </a:r>
          </a:p>
          <a:p>
            <a:r>
              <a:rPr lang="en-US" dirty="0"/>
              <a:t>Effects growth</a:t>
            </a:r>
          </a:p>
          <a:p>
            <a:r>
              <a:rPr lang="en-US" dirty="0"/>
              <a:t>Effects coloration</a:t>
            </a:r>
          </a:p>
          <a:p>
            <a:r>
              <a:rPr lang="en-US" dirty="0"/>
              <a:t>Effects morphology</a:t>
            </a:r>
          </a:p>
        </p:txBody>
      </p:sp>
    </p:spTree>
    <p:extLst>
      <p:ext uri="{BB962C8B-B14F-4D97-AF65-F5344CB8AC3E}">
        <p14:creationId xmlns:p14="http://schemas.microsoft.com/office/powerpoint/2010/main" val="394820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85A4-D8B6-4B96-B854-004DAC07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26812-CEF5-4CCF-810B-C4AEB7CAF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Megatherm</a:t>
            </a:r>
            <a:r>
              <a:rPr lang="en-US" dirty="0"/>
              <a:t>- high temp, tropical rain forest</a:t>
            </a:r>
          </a:p>
          <a:p>
            <a:r>
              <a:rPr lang="en-US" dirty="0" err="1"/>
              <a:t>Mesotherm</a:t>
            </a:r>
            <a:r>
              <a:rPr lang="en-US" dirty="0"/>
              <a:t>- high and low temp, tropical deciduous forests</a:t>
            </a:r>
          </a:p>
          <a:p>
            <a:r>
              <a:rPr lang="en-US" dirty="0" err="1"/>
              <a:t>Microtherm</a:t>
            </a:r>
            <a:r>
              <a:rPr lang="en-US" dirty="0"/>
              <a:t>- low temp, coniferous forests</a:t>
            </a:r>
          </a:p>
          <a:p>
            <a:r>
              <a:rPr lang="en-US" dirty="0" err="1"/>
              <a:t>Hekistotherm</a:t>
            </a:r>
            <a:r>
              <a:rPr lang="en-US" dirty="0"/>
              <a:t>- very low temp, alpine vegetation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07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A2F9-4ABD-4378-AAB8-E31A477E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 Stratification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2BC55-E910-4687-AD13-3332D318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38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292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Approaches to Ecology</vt:lpstr>
      <vt:lpstr>1. Taxonomic Ecology</vt:lpstr>
      <vt:lpstr>Abiotic Factors</vt:lpstr>
      <vt:lpstr>Light (Plant)</vt:lpstr>
      <vt:lpstr>Light (Animals)</vt:lpstr>
      <vt:lpstr>Thus, Temperature</vt:lpstr>
      <vt:lpstr>Temperature Classification</vt:lpstr>
      <vt:lpstr>Thermal Stratification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KIRTI AVISHEK</dc:creator>
  <cp:lastModifiedBy>KIRTI AVISHEK</cp:lastModifiedBy>
  <cp:revision>6</cp:revision>
  <dcterms:created xsi:type="dcterms:W3CDTF">2020-01-14T03:42:28Z</dcterms:created>
  <dcterms:modified xsi:type="dcterms:W3CDTF">2020-01-14T04:18:51Z</dcterms:modified>
</cp:coreProperties>
</file>