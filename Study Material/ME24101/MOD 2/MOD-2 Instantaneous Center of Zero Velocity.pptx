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4016" y="1632915"/>
            <a:ext cx="6855967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66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747901" y="638048"/>
            <a:ext cx="4055999" cy="4072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507869" y="1379600"/>
            <a:ext cx="862330" cy="809625"/>
          </a:xfrm>
          <a:custGeom>
            <a:avLst/>
            <a:gdLst/>
            <a:ahLst/>
            <a:cxnLst/>
            <a:rect l="l" t="t" r="r" b="b"/>
            <a:pathLst>
              <a:path w="862329" h="809625">
                <a:moveTo>
                  <a:pt x="672250" y="664212"/>
                </a:moveTo>
                <a:lnTo>
                  <a:pt x="639699" y="699008"/>
                </a:lnTo>
                <a:lnTo>
                  <a:pt x="862330" y="809498"/>
                </a:lnTo>
                <a:lnTo>
                  <a:pt x="787290" y="680465"/>
                </a:lnTo>
                <a:lnTo>
                  <a:pt x="689610" y="680465"/>
                </a:lnTo>
                <a:lnTo>
                  <a:pt x="672250" y="664212"/>
                </a:lnTo>
                <a:close/>
              </a:path>
              <a:path w="862329" h="809625">
                <a:moveTo>
                  <a:pt x="704843" y="629374"/>
                </a:moveTo>
                <a:lnTo>
                  <a:pt x="672250" y="664212"/>
                </a:lnTo>
                <a:lnTo>
                  <a:pt x="689610" y="680465"/>
                </a:lnTo>
                <a:lnTo>
                  <a:pt x="722249" y="645668"/>
                </a:lnTo>
                <a:lnTo>
                  <a:pt x="704843" y="629374"/>
                </a:lnTo>
                <a:close/>
              </a:path>
              <a:path w="862329" h="809625">
                <a:moveTo>
                  <a:pt x="737362" y="594613"/>
                </a:moveTo>
                <a:lnTo>
                  <a:pt x="704843" y="629374"/>
                </a:lnTo>
                <a:lnTo>
                  <a:pt x="722249" y="645668"/>
                </a:lnTo>
                <a:lnTo>
                  <a:pt x="689610" y="680465"/>
                </a:lnTo>
                <a:lnTo>
                  <a:pt x="787290" y="680465"/>
                </a:lnTo>
                <a:lnTo>
                  <a:pt x="737362" y="594613"/>
                </a:lnTo>
                <a:close/>
              </a:path>
              <a:path w="862329" h="809625">
                <a:moveTo>
                  <a:pt x="32512" y="0"/>
                </a:moveTo>
                <a:lnTo>
                  <a:pt x="0" y="34798"/>
                </a:lnTo>
                <a:lnTo>
                  <a:pt x="672250" y="664212"/>
                </a:lnTo>
                <a:lnTo>
                  <a:pt x="704843" y="629374"/>
                </a:lnTo>
                <a:lnTo>
                  <a:pt x="325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422650" y="3078098"/>
            <a:ext cx="1189355" cy="142875"/>
          </a:xfrm>
          <a:custGeom>
            <a:avLst/>
            <a:gdLst/>
            <a:ahLst/>
            <a:cxnLst/>
            <a:rect l="l" t="t" r="r" b="b"/>
            <a:pathLst>
              <a:path w="1189354" h="142875">
                <a:moveTo>
                  <a:pt x="950849" y="0"/>
                </a:moveTo>
                <a:lnTo>
                  <a:pt x="950849" y="142875"/>
                </a:lnTo>
                <a:lnTo>
                  <a:pt x="1109740" y="95250"/>
                </a:lnTo>
                <a:lnTo>
                  <a:pt x="974725" y="95250"/>
                </a:lnTo>
                <a:lnTo>
                  <a:pt x="974725" y="47625"/>
                </a:lnTo>
                <a:lnTo>
                  <a:pt x="1109458" y="47625"/>
                </a:lnTo>
                <a:lnTo>
                  <a:pt x="950849" y="0"/>
                </a:lnTo>
                <a:close/>
              </a:path>
              <a:path w="1189354" h="142875">
                <a:moveTo>
                  <a:pt x="950849" y="47625"/>
                </a:moveTo>
                <a:lnTo>
                  <a:pt x="0" y="47625"/>
                </a:lnTo>
                <a:lnTo>
                  <a:pt x="0" y="95250"/>
                </a:lnTo>
                <a:lnTo>
                  <a:pt x="950849" y="95250"/>
                </a:lnTo>
                <a:lnTo>
                  <a:pt x="950849" y="47625"/>
                </a:lnTo>
                <a:close/>
              </a:path>
              <a:path w="1189354" h="142875">
                <a:moveTo>
                  <a:pt x="1109458" y="47625"/>
                </a:moveTo>
                <a:lnTo>
                  <a:pt x="974725" y="47625"/>
                </a:lnTo>
                <a:lnTo>
                  <a:pt x="974725" y="95250"/>
                </a:lnTo>
                <a:lnTo>
                  <a:pt x="1109740" y="95250"/>
                </a:lnTo>
                <a:lnTo>
                  <a:pt x="1188974" y="71500"/>
                </a:lnTo>
                <a:lnTo>
                  <a:pt x="1109458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958969" y="1236599"/>
            <a:ext cx="803910" cy="900430"/>
          </a:xfrm>
          <a:custGeom>
            <a:avLst/>
            <a:gdLst/>
            <a:ahLst/>
            <a:cxnLst/>
            <a:rect l="l" t="t" r="r" b="b"/>
            <a:pathLst>
              <a:path w="803910" h="900430">
                <a:moveTo>
                  <a:pt x="627672" y="162217"/>
                </a:moveTo>
                <a:lnTo>
                  <a:pt x="0" y="868426"/>
                </a:lnTo>
                <a:lnTo>
                  <a:pt x="35686" y="900176"/>
                </a:lnTo>
                <a:lnTo>
                  <a:pt x="663233" y="193846"/>
                </a:lnTo>
                <a:lnTo>
                  <a:pt x="627672" y="162217"/>
                </a:lnTo>
                <a:close/>
              </a:path>
              <a:path w="803910" h="900430">
                <a:moveTo>
                  <a:pt x="736578" y="144399"/>
                </a:moveTo>
                <a:lnTo>
                  <a:pt x="643508" y="144399"/>
                </a:lnTo>
                <a:lnTo>
                  <a:pt x="679068" y="176022"/>
                </a:lnTo>
                <a:lnTo>
                  <a:pt x="663233" y="193846"/>
                </a:lnTo>
                <a:lnTo>
                  <a:pt x="698880" y="225551"/>
                </a:lnTo>
                <a:lnTo>
                  <a:pt x="736578" y="144399"/>
                </a:lnTo>
                <a:close/>
              </a:path>
              <a:path w="803910" h="900430">
                <a:moveTo>
                  <a:pt x="643508" y="144399"/>
                </a:moveTo>
                <a:lnTo>
                  <a:pt x="627672" y="162217"/>
                </a:lnTo>
                <a:lnTo>
                  <a:pt x="663233" y="193846"/>
                </a:lnTo>
                <a:lnTo>
                  <a:pt x="679068" y="176022"/>
                </a:lnTo>
                <a:lnTo>
                  <a:pt x="643508" y="144399"/>
                </a:lnTo>
                <a:close/>
              </a:path>
              <a:path w="803910" h="900430">
                <a:moveTo>
                  <a:pt x="803655" y="0"/>
                </a:moveTo>
                <a:lnTo>
                  <a:pt x="592073" y="130555"/>
                </a:lnTo>
                <a:lnTo>
                  <a:pt x="627672" y="162217"/>
                </a:lnTo>
                <a:lnTo>
                  <a:pt x="643508" y="144399"/>
                </a:lnTo>
                <a:lnTo>
                  <a:pt x="736578" y="144399"/>
                </a:lnTo>
                <a:lnTo>
                  <a:pt x="8036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763865" y="3229429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>
                <a:moveTo>
                  <a:pt x="0" y="0"/>
                </a:moveTo>
                <a:lnTo>
                  <a:pt x="332842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031" y="-10540"/>
            <a:ext cx="888593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8600" marR="5080" indent="-14859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Instantaneous </a:t>
            </a:r>
            <a:r>
              <a:rPr dirty="0"/>
              <a:t>Center</a:t>
            </a:r>
            <a:r>
              <a:rPr spc="-80" dirty="0"/>
              <a:t> </a:t>
            </a:r>
            <a:r>
              <a:rPr dirty="0"/>
              <a:t>of  </a:t>
            </a:r>
            <a:r>
              <a:rPr spc="-5" dirty="0"/>
              <a:t>Zero</a:t>
            </a:r>
            <a:r>
              <a:rPr spc="-40" dirty="0"/>
              <a:t> </a:t>
            </a:r>
            <a:r>
              <a:rPr dirty="0"/>
              <a:t>Velocity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6346" y="3645153"/>
            <a:ext cx="2392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0066CC"/>
                </a:solidFill>
                <a:latin typeface="Comic Sans MS"/>
                <a:cs typeface="Comic Sans MS"/>
              </a:rPr>
              <a:t>Problems</a:t>
            </a:r>
            <a:endParaRPr sz="4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612775" y="2713101"/>
            <a:ext cx="7767574" cy="3392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2924" y="831037"/>
            <a:ext cx="7317740" cy="1490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5"/>
              </a:spcBef>
            </a:pPr>
            <a:r>
              <a:rPr sz="2400" b="1" spc="-5" dirty="0">
                <a:latin typeface="Comic Sans MS"/>
                <a:cs typeface="Comic Sans MS"/>
              </a:rPr>
              <a:t>1. </a:t>
            </a:r>
            <a:r>
              <a:rPr sz="2400" dirty="0">
                <a:latin typeface="Comic Sans MS"/>
                <a:cs typeface="Comic Sans MS"/>
              </a:rPr>
              <a:t>A </a:t>
            </a:r>
            <a:r>
              <a:rPr sz="2400" spc="-5" dirty="0">
                <a:latin typeface="Comic Sans MS"/>
                <a:cs typeface="Comic Sans MS"/>
              </a:rPr>
              <a:t>device which tests the resistance to </a:t>
            </a:r>
            <a:r>
              <a:rPr sz="2400" dirty="0">
                <a:latin typeface="Comic Sans MS"/>
                <a:cs typeface="Comic Sans MS"/>
              </a:rPr>
              <a:t>wear of  </a:t>
            </a:r>
            <a:r>
              <a:rPr sz="2400" spc="-5" dirty="0">
                <a:latin typeface="Comic Sans MS"/>
                <a:cs typeface="Comic Sans MS"/>
              </a:rPr>
              <a:t>two </a:t>
            </a:r>
            <a:r>
              <a:rPr sz="2400" dirty="0">
                <a:latin typeface="Comic Sans MS"/>
                <a:cs typeface="Comic Sans MS"/>
              </a:rPr>
              <a:t>materials </a:t>
            </a:r>
            <a:r>
              <a:rPr sz="2400" i="1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Comic Sans MS"/>
                <a:cs typeface="Comic Sans MS"/>
              </a:rPr>
              <a:t>and </a:t>
            </a:r>
            <a:r>
              <a:rPr sz="2400" i="1" dirty="0">
                <a:latin typeface="Times New Roman"/>
                <a:cs typeface="Times New Roman"/>
              </a:rPr>
              <a:t>B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shown. </a:t>
            </a:r>
            <a:r>
              <a:rPr sz="2400" spc="-5" dirty="0">
                <a:latin typeface="Comic Sans MS"/>
                <a:cs typeface="Comic Sans MS"/>
              </a:rPr>
              <a:t>If </a:t>
            </a:r>
            <a:r>
              <a:rPr sz="2400" dirty="0">
                <a:latin typeface="Comic Sans MS"/>
                <a:cs typeface="Comic Sans MS"/>
              </a:rPr>
              <a:t>the link </a:t>
            </a:r>
            <a:r>
              <a:rPr sz="2400" i="1" spc="-5" dirty="0">
                <a:latin typeface="Times New Roman"/>
                <a:cs typeface="Times New Roman"/>
              </a:rPr>
              <a:t>EO </a:t>
            </a:r>
            <a:r>
              <a:rPr sz="2400" dirty="0">
                <a:latin typeface="Comic Sans MS"/>
                <a:cs typeface="Comic Sans MS"/>
              </a:rPr>
              <a:t>has a  </a:t>
            </a:r>
            <a:r>
              <a:rPr sz="2400" spc="-5" dirty="0">
                <a:latin typeface="Comic Sans MS"/>
                <a:cs typeface="Comic Sans MS"/>
              </a:rPr>
              <a:t>velocity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1.2 m/s to </a:t>
            </a:r>
            <a:r>
              <a:rPr sz="2400" dirty="0">
                <a:latin typeface="Comic Sans MS"/>
                <a:cs typeface="Comic Sans MS"/>
              </a:rPr>
              <a:t>the </a:t>
            </a:r>
            <a:r>
              <a:rPr sz="2400" spc="-5" dirty="0">
                <a:latin typeface="Comic Sans MS"/>
                <a:cs typeface="Comic Sans MS"/>
              </a:rPr>
              <a:t>right </a:t>
            </a:r>
            <a:r>
              <a:rPr sz="2400" dirty="0">
                <a:latin typeface="Comic Sans MS"/>
                <a:cs typeface="Comic Sans MS"/>
              </a:rPr>
              <a:t>when </a:t>
            </a:r>
            <a:r>
              <a:rPr sz="2500" i="1" spc="-55" dirty="0">
                <a:latin typeface="Symbol"/>
                <a:cs typeface="Symbol"/>
              </a:rPr>
              <a:t></a:t>
            </a:r>
            <a:r>
              <a:rPr sz="2500" i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= </a:t>
            </a:r>
            <a:r>
              <a:rPr sz="2400" spc="-5" dirty="0">
                <a:latin typeface="Comic Sans MS"/>
                <a:cs typeface="Comic Sans MS"/>
              </a:rPr>
              <a:t>45°,  determine the rubbing velocity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v</a:t>
            </a:r>
            <a:r>
              <a:rPr sz="2400" i="1" spc="-7" baseline="-20833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Comic Sans MS"/>
                <a:cs typeface="Comic Sans MS"/>
              </a:rPr>
              <a:t>.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1627251" y="4071937"/>
            <a:ext cx="5983224" cy="2513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32557" y="154646"/>
            <a:ext cx="5051425" cy="5219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1910"/>
              </a:lnSpc>
              <a:spcBef>
                <a:spcPts val="254"/>
              </a:spcBef>
            </a:pPr>
            <a:r>
              <a:rPr sz="1600" i="1" dirty="0">
                <a:latin typeface="Times New Roman"/>
                <a:cs typeface="Times New Roman"/>
              </a:rPr>
              <a:t>v</a:t>
            </a:r>
            <a:r>
              <a:rPr sz="1575" i="1" baseline="-21164" dirty="0">
                <a:latin typeface="Times New Roman"/>
                <a:cs typeface="Times New Roman"/>
              </a:rPr>
              <a:t>EO </a:t>
            </a:r>
            <a:r>
              <a:rPr sz="1600" spc="-10" dirty="0">
                <a:latin typeface="Comic Sans MS"/>
                <a:cs typeface="Comic Sans MS"/>
              </a:rPr>
              <a:t>=1.2 </a:t>
            </a:r>
            <a:r>
              <a:rPr sz="1600" spc="-5" dirty="0">
                <a:latin typeface="Comic Sans MS"/>
                <a:cs typeface="Comic Sans MS"/>
              </a:rPr>
              <a:t>m/s </a:t>
            </a:r>
            <a:r>
              <a:rPr sz="1600" dirty="0">
                <a:latin typeface="Comic Sans MS"/>
                <a:cs typeface="Comic Sans MS"/>
              </a:rPr>
              <a:t>to </a:t>
            </a:r>
            <a:r>
              <a:rPr sz="1600" spc="-5" dirty="0">
                <a:latin typeface="Comic Sans MS"/>
                <a:cs typeface="Comic Sans MS"/>
              </a:rPr>
              <a:t>the right </a:t>
            </a:r>
            <a:r>
              <a:rPr sz="1600" spc="-10" dirty="0">
                <a:latin typeface="Comic Sans MS"/>
                <a:cs typeface="Comic Sans MS"/>
              </a:rPr>
              <a:t>when </a:t>
            </a:r>
            <a:r>
              <a:rPr sz="1650" i="1" spc="-30" dirty="0">
                <a:latin typeface="Symbol"/>
                <a:cs typeface="Symbol"/>
              </a:rPr>
              <a:t>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mic Sans MS"/>
                <a:cs typeface="Comic Sans MS"/>
              </a:rPr>
              <a:t>= </a:t>
            </a:r>
            <a:r>
              <a:rPr sz="1600" spc="-10" dirty="0">
                <a:latin typeface="Comic Sans MS"/>
                <a:cs typeface="Comic Sans MS"/>
              </a:rPr>
              <a:t>45°, determine </a:t>
            </a:r>
            <a:r>
              <a:rPr sz="1600" spc="-5" dirty="0">
                <a:latin typeface="Comic Sans MS"/>
                <a:cs typeface="Comic Sans MS"/>
              </a:rPr>
              <a:t>the  </a:t>
            </a:r>
            <a:r>
              <a:rPr sz="1600" spc="-10" dirty="0">
                <a:latin typeface="Comic Sans MS"/>
                <a:cs typeface="Comic Sans MS"/>
              </a:rPr>
              <a:t>rubbing </a:t>
            </a:r>
            <a:r>
              <a:rPr sz="1600" spc="-5" dirty="0">
                <a:latin typeface="Comic Sans MS"/>
                <a:cs typeface="Comic Sans MS"/>
              </a:rPr>
              <a:t>velocity</a:t>
            </a:r>
            <a:r>
              <a:rPr sz="1600" spc="30" dirty="0">
                <a:latin typeface="Comic Sans MS"/>
                <a:cs typeface="Comic Sans MS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v</a:t>
            </a:r>
            <a:r>
              <a:rPr sz="1575" i="1" spc="-7" baseline="-21164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Comic Sans MS"/>
                <a:cs typeface="Comic Sans MS"/>
              </a:rPr>
              <a:t>.</a:t>
            </a:r>
            <a:endParaRPr sz="1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551" y="688085"/>
            <a:ext cx="7843520" cy="25850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98600"/>
              </a:lnSpc>
              <a:spcBef>
                <a:spcPts val="140"/>
              </a:spcBef>
              <a:tabLst>
                <a:tab pos="1374775" algn="l"/>
              </a:tabLst>
            </a:pPr>
            <a:r>
              <a:rPr sz="2400" b="1" spc="-5" dirty="0">
                <a:latin typeface="Comic Sans MS"/>
                <a:cs typeface="Comic Sans MS"/>
              </a:rPr>
              <a:t>2. </a:t>
            </a:r>
            <a:r>
              <a:rPr sz="2400" spc="-5" dirty="0">
                <a:latin typeface="Comic Sans MS"/>
                <a:cs typeface="Comic Sans MS"/>
              </a:rPr>
              <a:t>Horizontal oscillation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the </a:t>
            </a:r>
            <a:r>
              <a:rPr sz="2400" dirty="0">
                <a:latin typeface="Comic Sans MS"/>
                <a:cs typeface="Comic Sans MS"/>
              </a:rPr>
              <a:t>spring </a:t>
            </a:r>
            <a:r>
              <a:rPr sz="2400" spc="-5" dirty="0">
                <a:latin typeface="Comic Sans MS"/>
                <a:cs typeface="Comic Sans MS"/>
              </a:rPr>
              <a:t>loaded </a:t>
            </a:r>
            <a:r>
              <a:rPr sz="2400" dirty="0">
                <a:latin typeface="Comic Sans MS"/>
                <a:cs typeface="Comic Sans MS"/>
              </a:rPr>
              <a:t>plunger </a:t>
            </a:r>
            <a:r>
              <a:rPr sz="2400" i="1" dirty="0">
                <a:latin typeface="Times New Roman"/>
                <a:cs typeface="Times New Roman"/>
              </a:rPr>
              <a:t>E 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controlled </a:t>
            </a:r>
            <a:r>
              <a:rPr sz="2400" spc="-5" dirty="0">
                <a:latin typeface="Comic Sans MS"/>
                <a:cs typeface="Comic Sans MS"/>
              </a:rPr>
              <a:t>by varying the </a:t>
            </a:r>
            <a:r>
              <a:rPr sz="2400" dirty="0">
                <a:latin typeface="Comic Sans MS"/>
                <a:cs typeface="Comic Sans MS"/>
              </a:rPr>
              <a:t>air </a:t>
            </a:r>
            <a:r>
              <a:rPr sz="2400" spc="-5" dirty="0">
                <a:latin typeface="Comic Sans MS"/>
                <a:cs typeface="Comic Sans MS"/>
              </a:rPr>
              <a:t>pressure in the  </a:t>
            </a:r>
            <a:r>
              <a:rPr sz="2400" dirty="0">
                <a:latin typeface="Comic Sans MS"/>
                <a:cs typeface="Comic Sans MS"/>
              </a:rPr>
              <a:t>horizontal </a:t>
            </a:r>
            <a:r>
              <a:rPr sz="2400" spc="-5" dirty="0">
                <a:latin typeface="Comic Sans MS"/>
                <a:cs typeface="Comic Sans MS"/>
              </a:rPr>
              <a:t>pneumatic cylinder </a:t>
            </a: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Comic Sans MS"/>
                <a:cs typeface="Comic Sans MS"/>
              </a:rPr>
              <a:t>. </a:t>
            </a:r>
            <a:r>
              <a:rPr sz="2400" spc="-10" dirty="0">
                <a:latin typeface="Comic Sans MS"/>
                <a:cs typeface="Comic Sans MS"/>
              </a:rPr>
              <a:t>If </a:t>
            </a:r>
            <a:r>
              <a:rPr sz="2400" dirty="0">
                <a:latin typeface="Comic Sans MS"/>
                <a:cs typeface="Comic Sans MS"/>
              </a:rPr>
              <a:t>the plunger has a  </a:t>
            </a:r>
            <a:r>
              <a:rPr sz="2400" spc="-5" dirty="0">
                <a:latin typeface="Comic Sans MS"/>
                <a:cs typeface="Comic Sans MS"/>
              </a:rPr>
              <a:t>velocity </a:t>
            </a:r>
            <a:r>
              <a:rPr sz="2400" dirty="0">
                <a:latin typeface="Comic Sans MS"/>
                <a:cs typeface="Comic Sans MS"/>
              </a:rPr>
              <a:t>of 2 </a:t>
            </a:r>
            <a:r>
              <a:rPr sz="2400" spc="-5" dirty="0">
                <a:latin typeface="Comic Sans MS"/>
                <a:cs typeface="Comic Sans MS"/>
              </a:rPr>
              <a:t>m/s to the right when </a:t>
            </a:r>
            <a:r>
              <a:rPr sz="2500" i="1" spc="-55" dirty="0">
                <a:latin typeface="Symbol"/>
                <a:cs typeface="Symbol"/>
              </a:rPr>
              <a:t></a:t>
            </a:r>
            <a:r>
              <a:rPr sz="2500" i="1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= </a:t>
            </a:r>
            <a:r>
              <a:rPr sz="2400" spc="-5" dirty="0">
                <a:latin typeface="Comic Sans MS"/>
                <a:cs typeface="Comic Sans MS"/>
              </a:rPr>
              <a:t>30°, determine  the downward velocity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v</a:t>
            </a:r>
            <a:r>
              <a:rPr sz="2400" i="1" spc="-7" baseline="-20833" dirty="0">
                <a:latin typeface="Times New Roman"/>
                <a:cs typeface="Times New Roman"/>
              </a:rPr>
              <a:t>D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spc="-5" dirty="0">
                <a:latin typeface="Comic Sans MS"/>
                <a:cs typeface="Comic Sans MS"/>
              </a:rPr>
              <a:t>roller </a:t>
            </a:r>
            <a:r>
              <a:rPr sz="2400" i="1" spc="-5" dirty="0">
                <a:latin typeface="Times New Roman"/>
                <a:cs typeface="Times New Roman"/>
              </a:rPr>
              <a:t>D </a:t>
            </a:r>
            <a:r>
              <a:rPr sz="2400" spc="-5" dirty="0">
                <a:latin typeface="Comic Sans MS"/>
                <a:cs typeface="Comic Sans MS"/>
              </a:rPr>
              <a:t>in the vertical  guide </a:t>
            </a:r>
            <a:r>
              <a:rPr sz="2400" spc="-10" dirty="0">
                <a:latin typeface="Comic Sans MS"/>
                <a:cs typeface="Comic Sans MS"/>
              </a:rPr>
              <a:t>and </a:t>
            </a:r>
            <a:r>
              <a:rPr sz="2400" spc="-5" dirty="0">
                <a:latin typeface="Comic Sans MS"/>
                <a:cs typeface="Comic Sans MS"/>
              </a:rPr>
              <a:t>find the angular velocity </a:t>
            </a:r>
            <a:r>
              <a:rPr sz="2500" i="1" spc="-70" dirty="0">
                <a:latin typeface="Symbol"/>
                <a:cs typeface="Symbol"/>
              </a:rPr>
              <a:t></a:t>
            </a:r>
            <a:r>
              <a:rPr sz="2500" i="1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ABD </a:t>
            </a:r>
            <a:r>
              <a:rPr sz="2400" spc="-5" dirty="0">
                <a:latin typeface="Comic Sans MS"/>
                <a:cs typeface="Comic Sans MS"/>
              </a:rPr>
              <a:t>for this  position.	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(5/108)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9558" y="3242182"/>
            <a:ext cx="5928741" cy="3399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9455" y="114767"/>
            <a:ext cx="5910580" cy="5264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30"/>
              </a:spcBef>
            </a:pPr>
            <a:r>
              <a:rPr sz="1600" i="1" dirty="0">
                <a:latin typeface="Times New Roman"/>
                <a:cs typeface="Times New Roman"/>
              </a:rPr>
              <a:t>v</a:t>
            </a:r>
            <a:r>
              <a:rPr sz="1575" i="1" baseline="-21164" dirty="0">
                <a:latin typeface="Times New Roman"/>
                <a:cs typeface="Times New Roman"/>
              </a:rPr>
              <a:t>E </a:t>
            </a:r>
            <a:r>
              <a:rPr sz="1600" spc="-5" dirty="0">
                <a:latin typeface="Comic Sans MS"/>
                <a:cs typeface="Comic Sans MS"/>
              </a:rPr>
              <a:t>= 2 m/s to the right when </a:t>
            </a:r>
            <a:r>
              <a:rPr sz="1650" i="1" spc="-30" dirty="0">
                <a:latin typeface="Symbol"/>
                <a:cs typeface="Symbol"/>
              </a:rPr>
              <a:t>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mic Sans MS"/>
                <a:cs typeface="Comic Sans MS"/>
              </a:rPr>
              <a:t>= </a:t>
            </a:r>
            <a:r>
              <a:rPr sz="1600" spc="-10" dirty="0">
                <a:latin typeface="Comic Sans MS"/>
                <a:cs typeface="Comic Sans MS"/>
              </a:rPr>
              <a:t>30°, determine </a:t>
            </a:r>
            <a:r>
              <a:rPr sz="1600" spc="-5" dirty="0">
                <a:latin typeface="Comic Sans MS"/>
                <a:cs typeface="Comic Sans MS"/>
              </a:rPr>
              <a:t>the</a:t>
            </a:r>
            <a:r>
              <a:rPr sz="1600" spc="-1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downward</a:t>
            </a:r>
            <a:endParaRPr sz="1600">
              <a:latin typeface="Comic Sans MS"/>
              <a:cs typeface="Comic Sans MS"/>
            </a:endParaRPr>
          </a:p>
          <a:p>
            <a:pPr marL="12700">
              <a:lnSpc>
                <a:spcPts val="1950"/>
              </a:lnSpc>
            </a:pPr>
            <a:r>
              <a:rPr sz="1600" spc="-10" dirty="0">
                <a:latin typeface="Comic Sans MS"/>
                <a:cs typeface="Comic Sans MS"/>
              </a:rPr>
              <a:t>velocity </a:t>
            </a:r>
            <a:r>
              <a:rPr sz="1600" spc="-5" dirty="0">
                <a:latin typeface="Comic Sans MS"/>
                <a:cs typeface="Comic Sans MS"/>
              </a:rPr>
              <a:t>of </a:t>
            </a:r>
            <a:r>
              <a:rPr sz="1600" i="1" dirty="0">
                <a:latin typeface="Times New Roman"/>
                <a:cs typeface="Times New Roman"/>
              </a:rPr>
              <a:t>v</a:t>
            </a:r>
            <a:r>
              <a:rPr sz="1575" i="1" baseline="-21164" dirty="0">
                <a:latin typeface="Times New Roman"/>
                <a:cs typeface="Times New Roman"/>
              </a:rPr>
              <a:t>D </a:t>
            </a:r>
            <a:r>
              <a:rPr sz="1600" spc="-5" dirty="0">
                <a:latin typeface="Comic Sans MS"/>
                <a:cs typeface="Comic Sans MS"/>
              </a:rPr>
              <a:t>of </a:t>
            </a:r>
            <a:r>
              <a:rPr sz="1600" spc="-10" dirty="0">
                <a:latin typeface="Comic Sans MS"/>
                <a:cs typeface="Comic Sans MS"/>
              </a:rPr>
              <a:t>roller </a:t>
            </a:r>
            <a:r>
              <a:rPr sz="1600" i="1" spc="-5" dirty="0">
                <a:latin typeface="Times New Roman"/>
                <a:cs typeface="Times New Roman"/>
              </a:rPr>
              <a:t>D </a:t>
            </a:r>
            <a:r>
              <a:rPr sz="1600" spc="-5" dirty="0">
                <a:latin typeface="Comic Sans MS"/>
                <a:cs typeface="Comic Sans MS"/>
              </a:rPr>
              <a:t>and </a:t>
            </a:r>
            <a:r>
              <a:rPr sz="1650" i="1" spc="-40" dirty="0">
                <a:latin typeface="Symbol"/>
                <a:cs typeface="Symbol"/>
              </a:rPr>
              <a:t></a:t>
            </a:r>
            <a:r>
              <a:rPr sz="1650" i="1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mic Sans MS"/>
                <a:cs typeface="Comic Sans MS"/>
              </a:rPr>
              <a:t>of </a:t>
            </a:r>
            <a:r>
              <a:rPr sz="1600" i="1" spc="-5" dirty="0">
                <a:latin typeface="Times New Roman"/>
                <a:cs typeface="Times New Roman"/>
              </a:rPr>
              <a:t>ABD</a:t>
            </a:r>
            <a:r>
              <a:rPr sz="1600" i="1" spc="2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mic Sans MS"/>
                <a:cs typeface="Comic Sans MS"/>
              </a:rPr>
              <a:t>.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8076" y="2249384"/>
            <a:ext cx="7332885" cy="4108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1122684" y="2043112"/>
            <a:ext cx="7097390" cy="3825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3552" y="856233"/>
            <a:ext cx="7776845" cy="635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spc="-5" dirty="0">
                <a:latin typeface="Comic Sans MS"/>
                <a:cs typeface="Comic Sans MS"/>
              </a:rPr>
              <a:t>3. If the center </a:t>
            </a:r>
            <a:r>
              <a:rPr sz="2000" i="1" dirty="0">
                <a:latin typeface="Times New Roman"/>
                <a:cs typeface="Times New Roman"/>
              </a:rPr>
              <a:t>O </a:t>
            </a:r>
            <a:r>
              <a:rPr sz="2000" dirty="0">
                <a:latin typeface="Comic Sans MS"/>
                <a:cs typeface="Comic Sans MS"/>
              </a:rPr>
              <a:t>of </a:t>
            </a:r>
            <a:r>
              <a:rPr sz="2000" spc="-5" dirty="0">
                <a:latin typeface="Comic Sans MS"/>
                <a:cs typeface="Comic Sans MS"/>
              </a:rPr>
              <a:t>the gear is given </a:t>
            </a:r>
            <a:r>
              <a:rPr sz="2000" dirty="0">
                <a:latin typeface="Comic Sans MS"/>
                <a:cs typeface="Comic Sans MS"/>
              </a:rPr>
              <a:t>a </a:t>
            </a:r>
            <a:r>
              <a:rPr sz="2000" spc="-5" dirty="0">
                <a:latin typeface="Comic Sans MS"/>
                <a:cs typeface="Comic Sans MS"/>
              </a:rPr>
              <a:t>velocity </a:t>
            </a:r>
            <a:r>
              <a:rPr sz="2000" dirty="0">
                <a:latin typeface="Comic Sans MS"/>
                <a:cs typeface="Comic Sans MS"/>
              </a:rPr>
              <a:t>of </a:t>
            </a:r>
            <a:r>
              <a:rPr sz="2000" i="1" spc="5" dirty="0">
                <a:latin typeface="Times New Roman"/>
                <a:cs typeface="Times New Roman"/>
              </a:rPr>
              <a:t>v</a:t>
            </a:r>
            <a:r>
              <a:rPr sz="1950" i="1" spc="7" baseline="-21367" dirty="0">
                <a:latin typeface="Times New Roman"/>
                <a:cs typeface="Times New Roman"/>
              </a:rPr>
              <a:t>O </a:t>
            </a:r>
            <a:r>
              <a:rPr sz="2000" dirty="0">
                <a:latin typeface="Comic Sans MS"/>
                <a:cs typeface="Comic Sans MS"/>
              </a:rPr>
              <a:t>= </a:t>
            </a:r>
            <a:r>
              <a:rPr sz="2000" spc="-5" dirty="0">
                <a:latin typeface="Comic Sans MS"/>
                <a:cs typeface="Comic Sans MS"/>
              </a:rPr>
              <a:t>10</a:t>
            </a:r>
            <a:r>
              <a:rPr sz="2000" spc="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m/s,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ts val="2395"/>
              </a:lnSpc>
            </a:pPr>
            <a:r>
              <a:rPr sz="2000" spc="-5" dirty="0">
                <a:latin typeface="Comic Sans MS"/>
                <a:cs typeface="Comic Sans MS"/>
              </a:rPr>
              <a:t>determine </a:t>
            </a:r>
            <a:r>
              <a:rPr sz="2000" dirty="0">
                <a:latin typeface="Comic Sans MS"/>
                <a:cs typeface="Comic Sans MS"/>
              </a:rPr>
              <a:t>the velocity of the slider </a:t>
            </a:r>
            <a:r>
              <a:rPr sz="2000" spc="-5" dirty="0">
                <a:latin typeface="Comic Sans MS"/>
                <a:cs typeface="Comic Sans MS"/>
              </a:rPr>
              <a:t>block </a:t>
            </a:r>
            <a:r>
              <a:rPr sz="2000" dirty="0">
                <a:latin typeface="Comic Sans MS"/>
                <a:cs typeface="Comic Sans MS"/>
              </a:rPr>
              <a:t>B </a:t>
            </a:r>
            <a:r>
              <a:rPr sz="2000" spc="-5" dirty="0">
                <a:latin typeface="Comic Sans MS"/>
                <a:cs typeface="Comic Sans MS"/>
              </a:rPr>
              <a:t>at </a:t>
            </a:r>
            <a:r>
              <a:rPr sz="2000" dirty="0">
                <a:latin typeface="Comic Sans MS"/>
                <a:cs typeface="Comic Sans MS"/>
              </a:rPr>
              <a:t>the </a:t>
            </a:r>
            <a:r>
              <a:rPr sz="2000" spc="-5" dirty="0">
                <a:latin typeface="Comic Sans MS"/>
                <a:cs typeface="Comic Sans MS"/>
              </a:rPr>
              <a:t>instant</a:t>
            </a:r>
            <a:r>
              <a:rPr sz="2000" spc="-8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shown.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462354" y="851801"/>
            <a:ext cx="375920" cy="0"/>
          </a:xfrm>
          <a:custGeom>
            <a:avLst/>
            <a:gdLst/>
            <a:ahLst/>
            <a:cxnLst/>
            <a:rect l="l" t="t" r="r" b="b"/>
            <a:pathLst>
              <a:path w="375919">
                <a:moveTo>
                  <a:pt x="0" y="0"/>
                </a:moveTo>
                <a:lnTo>
                  <a:pt x="375680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71751" y="85180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127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7620" y="851801"/>
            <a:ext cx="375920" cy="0"/>
          </a:xfrm>
          <a:custGeom>
            <a:avLst/>
            <a:gdLst/>
            <a:ahLst/>
            <a:cxnLst/>
            <a:rect l="l" t="t" r="r" b="b"/>
            <a:pathLst>
              <a:path w="375919">
                <a:moveTo>
                  <a:pt x="0" y="0"/>
                </a:moveTo>
                <a:lnTo>
                  <a:pt x="375579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620" y="1592141"/>
            <a:ext cx="375920" cy="0"/>
          </a:xfrm>
          <a:custGeom>
            <a:avLst/>
            <a:gdLst/>
            <a:ahLst/>
            <a:cxnLst/>
            <a:rect l="l" t="t" r="r" b="b"/>
            <a:pathLst>
              <a:path w="375920">
                <a:moveTo>
                  <a:pt x="0" y="0"/>
                </a:moveTo>
                <a:lnTo>
                  <a:pt x="375675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5185" y="1592141"/>
            <a:ext cx="375920" cy="0"/>
          </a:xfrm>
          <a:custGeom>
            <a:avLst/>
            <a:gdLst/>
            <a:ahLst/>
            <a:cxnLst/>
            <a:rect l="l" t="t" r="r" b="b"/>
            <a:pathLst>
              <a:path w="375919">
                <a:moveTo>
                  <a:pt x="0" y="0"/>
                </a:moveTo>
                <a:lnTo>
                  <a:pt x="375678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620" y="206430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124" y="0"/>
                </a:lnTo>
              </a:path>
            </a:pathLst>
          </a:custGeom>
          <a:ln w="12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1846" y="2031014"/>
            <a:ext cx="31978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i="1" spc="-60" dirty="0">
                <a:latin typeface="Times New Roman"/>
                <a:cs typeface="Times New Roman"/>
              </a:rPr>
              <a:t>BP</a:t>
            </a:r>
            <a:r>
              <a:rPr sz="2350" i="1" spc="-15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-29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2(0.6)cos30</a:t>
            </a:r>
            <a:r>
              <a:rPr sz="2350" spc="-32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5" dirty="0">
                <a:latin typeface="Times New Roman"/>
                <a:cs typeface="Times New Roman"/>
              </a:rPr>
              <a:t>1.039</a:t>
            </a:r>
            <a:r>
              <a:rPr sz="2350" spc="-320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005" y="1102206"/>
            <a:ext cx="2689860" cy="8407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951865" algn="l"/>
                <a:tab pos="2017395" algn="l"/>
              </a:tabLst>
            </a:pPr>
            <a:r>
              <a:rPr sz="2350" spc="-85" dirty="0">
                <a:latin typeface="Times New Roman"/>
                <a:cs typeface="Times New Roman"/>
              </a:rPr>
              <a:t>sin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30	</a:t>
            </a:r>
            <a:r>
              <a:rPr sz="2350" spc="-15" dirty="0">
                <a:latin typeface="Times New Roman"/>
                <a:cs typeface="Times New Roman"/>
              </a:rPr>
              <a:t>sin120	</a:t>
            </a:r>
            <a:r>
              <a:rPr sz="2350" spc="-85" dirty="0">
                <a:latin typeface="Times New Roman"/>
                <a:cs typeface="Times New Roman"/>
              </a:rPr>
              <a:t>sin</a:t>
            </a:r>
            <a:r>
              <a:rPr sz="2350" spc="-30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30</a:t>
            </a:r>
            <a:endParaRPr sz="23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390"/>
              </a:spcBef>
            </a:pPr>
            <a:r>
              <a:rPr sz="2350" i="1" spc="10" dirty="0">
                <a:latin typeface="Times New Roman"/>
                <a:cs typeface="Times New Roman"/>
              </a:rPr>
              <a:t>AP</a:t>
            </a:r>
            <a:r>
              <a:rPr sz="2350" i="1" spc="-28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AB</a:t>
            </a:r>
            <a:r>
              <a:rPr sz="2350" i="1" spc="-28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Symbol"/>
                <a:cs typeface="Symbol"/>
              </a:rPr>
              <a:t></a:t>
            </a:r>
            <a:r>
              <a:rPr sz="2350" spc="-320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Times New Roman"/>
                <a:cs typeface="Times New Roman"/>
              </a:rPr>
              <a:t>0.6</a:t>
            </a:r>
            <a:r>
              <a:rPr sz="2350" spc="-320" dirty="0">
                <a:latin typeface="Times New Roman"/>
                <a:cs typeface="Times New Roman"/>
              </a:rPr>
              <a:t> </a:t>
            </a:r>
            <a:r>
              <a:rPr sz="2350" i="1" spc="10" dirty="0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6920" y="817893"/>
            <a:ext cx="27114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785" algn="l"/>
                <a:tab pos="1179195" algn="l"/>
                <a:tab pos="1758314" algn="l"/>
                <a:tab pos="2698115" algn="l"/>
              </a:tabLst>
            </a:pPr>
            <a:r>
              <a:rPr sz="23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sng" spc="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	</a:t>
            </a:r>
            <a:r>
              <a:rPr sz="3525" spc="7" baseline="-27186" dirty="0">
                <a:latin typeface="Symbol"/>
                <a:cs typeface="Symbol"/>
              </a:rPr>
              <a:t></a:t>
            </a:r>
            <a:r>
              <a:rPr sz="2350" u="sng" spc="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sz="2350" i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BP	</a:t>
            </a:r>
            <a:r>
              <a:rPr sz="3525" spc="7" baseline="-27186" dirty="0">
                <a:latin typeface="Symbol"/>
                <a:cs typeface="Symbol"/>
              </a:rPr>
              <a:t></a:t>
            </a:r>
            <a:r>
              <a:rPr sz="2350" u="sng" spc="4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	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19297" y="2903312"/>
            <a:ext cx="582930" cy="0"/>
          </a:xfrm>
          <a:custGeom>
            <a:avLst/>
            <a:gdLst/>
            <a:ahLst/>
            <a:cxnLst/>
            <a:rect l="l" t="t" r="r" b="b"/>
            <a:pathLst>
              <a:path w="582930">
                <a:moveTo>
                  <a:pt x="0" y="0"/>
                </a:moveTo>
                <a:lnTo>
                  <a:pt x="582676" y="0"/>
                </a:lnTo>
              </a:path>
            </a:pathLst>
          </a:custGeom>
          <a:ln w="103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6698" y="2869756"/>
            <a:ext cx="3009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i="1" spc="35" dirty="0">
                <a:latin typeface="Times New Roman"/>
                <a:cs typeface="Times New Roman"/>
              </a:rPr>
              <a:t>g</a:t>
            </a:r>
            <a:r>
              <a:rPr sz="1150" i="1" spc="-25" dirty="0">
                <a:latin typeface="Times New Roman"/>
                <a:cs typeface="Times New Roman"/>
              </a:rPr>
              <a:t>e</a:t>
            </a:r>
            <a:r>
              <a:rPr sz="1150" i="1" spc="35" dirty="0">
                <a:latin typeface="Times New Roman"/>
                <a:cs typeface="Times New Roman"/>
              </a:rPr>
              <a:t>a</a:t>
            </a:r>
            <a:r>
              <a:rPr sz="1150" i="1" dirty="0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9538" y="2897984"/>
            <a:ext cx="59055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Times New Roman"/>
                <a:cs typeface="Times New Roman"/>
              </a:rPr>
              <a:t>0</a:t>
            </a:r>
            <a:r>
              <a:rPr sz="1950" dirty="0">
                <a:latin typeface="Times New Roman"/>
                <a:cs typeface="Times New Roman"/>
              </a:rPr>
              <a:t>.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r>
              <a:rPr sz="1950" spc="15" dirty="0">
                <a:latin typeface="Times New Roman"/>
                <a:cs typeface="Times New Roman"/>
              </a:rPr>
              <a:t>75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2869" y="2544055"/>
            <a:ext cx="2749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5" dirty="0">
                <a:latin typeface="Times New Roman"/>
                <a:cs typeface="Times New Roman"/>
              </a:rPr>
              <a:t>10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0034" y="3614529"/>
            <a:ext cx="1619885" cy="5632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75"/>
              </a:spcBef>
            </a:pPr>
            <a:r>
              <a:rPr sz="1150" spc="-5" dirty="0">
                <a:latin typeface="Times New Roman"/>
                <a:cs typeface="Times New Roman"/>
              </a:rPr>
              <a:t>0</a:t>
            </a:r>
            <a:r>
              <a:rPr sz="1150" dirty="0">
                <a:latin typeface="Times New Roman"/>
                <a:cs typeface="Times New Roman"/>
              </a:rPr>
              <a:t>.</a:t>
            </a:r>
            <a:r>
              <a:rPr sz="1150" spc="35" dirty="0">
                <a:latin typeface="Times New Roman"/>
                <a:cs typeface="Times New Roman"/>
              </a:rPr>
              <a:t>3</a:t>
            </a:r>
            <a:r>
              <a:rPr sz="1150" spc="30" dirty="0">
                <a:latin typeface="Times New Roman"/>
                <a:cs typeface="Times New Roman"/>
              </a:rPr>
              <a:t>0</a:t>
            </a:r>
            <a:r>
              <a:rPr sz="115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950" spc="15" dirty="0">
                <a:latin typeface="Symbol"/>
                <a:cs typeface="Symbol"/>
              </a:rPr>
              <a:t>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17.143 </a:t>
            </a:r>
            <a:r>
              <a:rPr sz="1950" i="1" spc="20" dirty="0">
                <a:latin typeface="Times New Roman"/>
                <a:cs typeface="Times New Roman"/>
              </a:rPr>
              <a:t>m </a:t>
            </a:r>
            <a:r>
              <a:rPr sz="1950" spc="5" dirty="0">
                <a:latin typeface="Times New Roman"/>
                <a:cs typeface="Times New Roman"/>
              </a:rPr>
              <a:t>/</a:t>
            </a:r>
            <a:r>
              <a:rPr sz="1950" spc="-200" dirty="0">
                <a:latin typeface="Times New Roman"/>
                <a:cs typeface="Times New Roman"/>
              </a:rPr>
              <a:t> </a:t>
            </a:r>
            <a:r>
              <a:rPr sz="1950" i="1" spc="10" dirty="0">
                <a:latin typeface="Times New Roman"/>
                <a:cs typeface="Times New Roman"/>
              </a:rPr>
              <a:t>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5661" y="3345806"/>
            <a:ext cx="149352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455" dirty="0">
                <a:latin typeface="Arial"/>
                <a:cs typeface="Arial"/>
              </a:rPr>
              <a:t></a:t>
            </a:r>
            <a:r>
              <a:rPr sz="1950" spc="80" dirty="0">
                <a:latin typeface="Arial"/>
                <a:cs typeface="Arial"/>
              </a:rPr>
              <a:t></a:t>
            </a:r>
            <a:r>
              <a:rPr sz="1950" spc="210" dirty="0">
                <a:latin typeface="Arial"/>
                <a:cs typeface="Arial"/>
              </a:rPr>
              <a:t></a:t>
            </a:r>
            <a:r>
              <a:rPr sz="1950" spc="645" dirty="0">
                <a:latin typeface="Arial"/>
                <a:cs typeface="Arial"/>
              </a:rPr>
              <a:t></a:t>
            </a:r>
            <a:r>
              <a:rPr sz="1950" spc="630" dirty="0">
                <a:latin typeface="Arial"/>
                <a:cs typeface="Arial"/>
              </a:rPr>
              <a:t></a:t>
            </a:r>
            <a:r>
              <a:rPr sz="1950" spc="-335" dirty="0">
                <a:latin typeface="Arial"/>
                <a:cs typeface="Arial"/>
              </a:rPr>
              <a:t></a:t>
            </a:r>
            <a:r>
              <a:rPr sz="1950" spc="675" dirty="0">
                <a:latin typeface="Arial"/>
                <a:cs typeface="Arial"/>
              </a:rPr>
              <a:t>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866" y="3138824"/>
            <a:ext cx="249428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i="1" spc="50" dirty="0">
                <a:latin typeface="Times New Roman"/>
                <a:cs typeface="Times New Roman"/>
              </a:rPr>
              <a:t>v</a:t>
            </a:r>
            <a:r>
              <a:rPr sz="1725" i="1" spc="75" baseline="-24154" dirty="0">
                <a:latin typeface="Times New Roman"/>
                <a:cs typeface="Times New Roman"/>
              </a:rPr>
              <a:t>A </a:t>
            </a:r>
            <a:r>
              <a:rPr sz="1950" spc="15" dirty="0">
                <a:latin typeface="Symbol"/>
                <a:cs typeface="Symbol"/>
              </a:rPr>
              <a:t>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2050" i="1" spc="15" dirty="0">
                <a:latin typeface="Symbol"/>
                <a:cs typeface="Symbol"/>
              </a:rPr>
              <a:t></a:t>
            </a:r>
            <a:r>
              <a:rPr sz="1725" i="1" spc="22" baseline="-24154" dirty="0">
                <a:latin typeface="Times New Roman"/>
                <a:cs typeface="Times New Roman"/>
              </a:rPr>
              <a:t>gear </a:t>
            </a:r>
            <a:r>
              <a:rPr sz="2600" spc="-40" dirty="0">
                <a:latin typeface="Symbol"/>
                <a:cs typeface="Symbol"/>
              </a:rPr>
              <a:t></a:t>
            </a:r>
            <a:r>
              <a:rPr sz="1950" spc="-40" dirty="0">
                <a:latin typeface="Times New Roman"/>
                <a:cs typeface="Times New Roman"/>
              </a:rPr>
              <a:t>0.125 </a:t>
            </a:r>
            <a:r>
              <a:rPr sz="1950" spc="15" dirty="0">
                <a:latin typeface="Symbol"/>
                <a:cs typeface="Symbol"/>
              </a:rPr>
              <a:t></a:t>
            </a:r>
            <a:r>
              <a:rPr sz="1950" spc="-310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Times New Roman"/>
                <a:cs typeface="Times New Roman"/>
              </a:rPr>
              <a:t>0.175</a:t>
            </a:r>
            <a:r>
              <a:rPr sz="2600" spc="-25" dirty="0">
                <a:latin typeface="Symbol"/>
                <a:cs typeface="Symbol"/>
              </a:rPr>
              <a:t>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963" y="2688316"/>
            <a:ext cx="304228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57530" algn="l"/>
                <a:tab pos="1406525" algn="l"/>
              </a:tabLst>
            </a:pPr>
            <a:r>
              <a:rPr sz="2050" i="1" spc="-50" dirty="0">
                <a:latin typeface="Symbol"/>
                <a:cs typeface="Symbol"/>
              </a:rPr>
              <a:t></a:t>
            </a:r>
            <a:r>
              <a:rPr sz="2050" spc="-50" dirty="0">
                <a:latin typeface="Times New Roman"/>
                <a:cs typeface="Times New Roman"/>
              </a:rPr>
              <a:t>	</a:t>
            </a:r>
            <a:r>
              <a:rPr sz="1950" spc="15" dirty="0">
                <a:latin typeface="Symbol"/>
                <a:cs typeface="Symbol"/>
              </a:rPr>
              <a:t></a:t>
            </a:r>
            <a:r>
              <a:rPr sz="1950" spc="15" dirty="0">
                <a:latin typeface="Times New Roman"/>
                <a:cs typeface="Times New Roman"/>
              </a:rPr>
              <a:t>	</a:t>
            </a:r>
            <a:r>
              <a:rPr sz="1950" spc="15" dirty="0">
                <a:latin typeface="Symbol"/>
                <a:cs typeface="Symbol"/>
              </a:rPr>
              <a:t>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57.143 </a:t>
            </a:r>
            <a:r>
              <a:rPr sz="1950" i="1" dirty="0">
                <a:latin typeface="Times New Roman"/>
                <a:cs typeface="Times New Roman"/>
              </a:rPr>
              <a:t>rad </a:t>
            </a:r>
            <a:r>
              <a:rPr sz="1950" spc="5" dirty="0">
                <a:latin typeface="Times New Roman"/>
                <a:cs typeface="Times New Roman"/>
              </a:rPr>
              <a:t>/</a:t>
            </a:r>
            <a:r>
              <a:rPr sz="1950" spc="-320" dirty="0">
                <a:latin typeface="Times New Roman"/>
                <a:cs typeface="Times New Roman"/>
              </a:rPr>
              <a:t> </a:t>
            </a:r>
            <a:r>
              <a:rPr sz="1950" i="1" spc="10" dirty="0">
                <a:latin typeface="Times New Roman"/>
                <a:cs typeface="Times New Roman"/>
              </a:rPr>
              <a:t>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30828" y="4776265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0" y="0"/>
                </a:moveTo>
                <a:lnTo>
                  <a:pt x="316888" y="0"/>
                </a:lnTo>
              </a:path>
            </a:pathLst>
          </a:custGeom>
          <a:ln w="1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0117" y="4739504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>
                <a:moveTo>
                  <a:pt x="0" y="0"/>
                </a:moveTo>
                <a:lnTo>
                  <a:pt x="358310" y="0"/>
                </a:lnTo>
              </a:path>
            </a:pathLst>
          </a:custGeom>
          <a:ln w="1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48810" y="5143330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4976" y="0"/>
                </a:lnTo>
              </a:path>
            </a:pathLst>
          </a:custGeom>
          <a:ln w="10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3650" y="4746332"/>
            <a:ext cx="3384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i="1" spc="5" dirty="0">
                <a:latin typeface="Times New Roman"/>
                <a:cs typeface="Times New Roman"/>
              </a:rPr>
              <a:t>AP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7609" y="5281524"/>
            <a:ext cx="21336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i="1" spc="30" dirty="0">
                <a:latin typeface="Times New Roman"/>
                <a:cs typeface="Times New Roman"/>
              </a:rPr>
              <a:t>AB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339" y="5281524"/>
            <a:ext cx="116839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i="1" spc="15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98600" y="5281524"/>
            <a:ext cx="134683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33500" algn="l"/>
              </a:tabLst>
            </a:pPr>
            <a:r>
              <a:rPr sz="1150" i="1" u="heavy" spc="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921" y="4705661"/>
            <a:ext cx="21336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i="1" spc="30" dirty="0">
                <a:latin typeface="Times New Roman"/>
                <a:cs typeface="Times New Roman"/>
              </a:rPr>
              <a:t>AB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22508" y="4537011"/>
            <a:ext cx="154178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10" dirty="0">
                <a:latin typeface="Symbol"/>
                <a:cs typeface="Symbol"/>
              </a:rPr>
              <a:t>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28.57 </a:t>
            </a:r>
            <a:r>
              <a:rPr sz="2000" i="1" spc="-20" dirty="0">
                <a:latin typeface="Times New Roman"/>
                <a:cs typeface="Times New Roman"/>
              </a:rPr>
              <a:t>rad </a:t>
            </a:r>
            <a:r>
              <a:rPr sz="2000" spc="5" dirty="0">
                <a:latin typeface="Times New Roman"/>
                <a:cs typeface="Times New Roman"/>
              </a:rPr>
              <a:t>/</a:t>
            </a:r>
            <a:r>
              <a:rPr sz="2000" spc="-275" dirty="0">
                <a:latin typeface="Times New Roman"/>
                <a:cs typeface="Times New Roman"/>
              </a:rPr>
              <a:t> </a:t>
            </a:r>
            <a:r>
              <a:rPr sz="2000" i="1" spc="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7551" y="4377730"/>
            <a:ext cx="50292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spc="15" baseline="-34722" dirty="0">
                <a:latin typeface="Symbol"/>
                <a:cs typeface="Symbol"/>
              </a:rPr>
              <a:t></a:t>
            </a:r>
            <a:r>
              <a:rPr sz="3000" spc="540" baseline="-34722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v</a:t>
            </a:r>
            <a:r>
              <a:rPr sz="1725" i="1" spc="75" baseline="-24154" dirty="0">
                <a:latin typeface="Times New Roman"/>
                <a:cs typeface="Times New Roman"/>
              </a:rPr>
              <a:t>A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4837" y="5098860"/>
            <a:ext cx="2599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435" algn="l"/>
                <a:tab pos="897255" algn="l"/>
              </a:tabLst>
            </a:pPr>
            <a:r>
              <a:rPr sz="2000" i="1" spc="5" dirty="0">
                <a:latin typeface="Times New Roman"/>
                <a:cs typeface="Times New Roman"/>
              </a:rPr>
              <a:t>v	</a:t>
            </a:r>
            <a:r>
              <a:rPr sz="2000" spc="10" dirty="0">
                <a:latin typeface="Symbol"/>
                <a:cs typeface="Symbol"/>
              </a:rPr>
              <a:t>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100" i="1" spc="-60" dirty="0">
                <a:latin typeface="Symbol"/>
                <a:cs typeface="Symbol"/>
              </a:rPr>
              <a:t></a:t>
            </a:r>
            <a:r>
              <a:rPr sz="2100" spc="-60" dirty="0">
                <a:latin typeface="Times New Roman"/>
                <a:cs typeface="Times New Roman"/>
              </a:rPr>
              <a:t>	</a:t>
            </a:r>
            <a:r>
              <a:rPr sz="2000" i="1" spc="-55" dirty="0">
                <a:latin typeface="Times New Roman"/>
                <a:cs typeface="Times New Roman"/>
              </a:rPr>
              <a:t>BP </a:t>
            </a:r>
            <a:r>
              <a:rPr sz="2000" spc="10" dirty="0">
                <a:latin typeface="Symbol"/>
                <a:cs typeface="Symbol"/>
              </a:rPr>
              <a:t>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29.69 </a:t>
            </a:r>
            <a:r>
              <a:rPr sz="2000" i="1" spc="10" dirty="0">
                <a:latin typeface="Times New Roman"/>
                <a:cs typeface="Times New Roman"/>
              </a:rPr>
              <a:t>m</a:t>
            </a:r>
            <a:r>
              <a:rPr sz="2000" i="1" spc="-4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/ </a:t>
            </a:r>
            <a:r>
              <a:rPr sz="2000" i="1" spc="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2927" y="4522982"/>
            <a:ext cx="2012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60" dirty="0">
                <a:latin typeface="Symbol"/>
                <a:cs typeface="Symbol"/>
              </a:rPr>
              <a:t>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31042" y="3559688"/>
            <a:ext cx="5864357" cy="2793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350002" y="105282"/>
            <a:ext cx="31026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5" dirty="0">
                <a:latin typeface="Times New Roman"/>
                <a:cs typeface="Times New Roman"/>
              </a:rPr>
              <a:t>v</a:t>
            </a:r>
            <a:r>
              <a:rPr sz="1950" i="1" spc="7" baseline="-21367" dirty="0">
                <a:latin typeface="Times New Roman"/>
                <a:cs typeface="Times New Roman"/>
              </a:rPr>
              <a:t>O </a:t>
            </a:r>
            <a:r>
              <a:rPr sz="2000" dirty="0">
                <a:latin typeface="Comic Sans MS"/>
                <a:cs typeface="Comic Sans MS"/>
              </a:rPr>
              <a:t>= </a:t>
            </a:r>
            <a:r>
              <a:rPr sz="2000" spc="-5" dirty="0">
                <a:latin typeface="Comic Sans MS"/>
                <a:cs typeface="Comic Sans MS"/>
              </a:rPr>
              <a:t>10 m/s, determine </a:t>
            </a:r>
            <a:r>
              <a:rPr sz="2000" i="1" spc="10" dirty="0">
                <a:latin typeface="Times New Roman"/>
                <a:cs typeface="Times New Roman"/>
              </a:rPr>
              <a:t>v</a:t>
            </a:r>
            <a:r>
              <a:rPr sz="1950" i="1" spc="15" baseline="-21367" dirty="0">
                <a:latin typeface="Times New Roman"/>
                <a:cs typeface="Times New Roman"/>
              </a:rPr>
              <a:t>B</a:t>
            </a:r>
            <a:r>
              <a:rPr sz="1950" i="1" spc="-44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976876" y="1270000"/>
            <a:ext cx="0" cy="3298825"/>
          </a:xfrm>
          <a:custGeom>
            <a:avLst/>
            <a:gdLst/>
            <a:ahLst/>
            <a:cxnLst/>
            <a:rect l="l" t="t" r="r" b="b"/>
            <a:pathLst>
              <a:path h="3298825">
                <a:moveTo>
                  <a:pt x="0" y="329882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67223" y="4965700"/>
            <a:ext cx="684530" cy="174625"/>
          </a:xfrm>
          <a:custGeom>
            <a:avLst/>
            <a:gdLst/>
            <a:ahLst/>
            <a:cxnLst/>
            <a:rect l="l" t="t" r="r" b="b"/>
            <a:pathLst>
              <a:path w="684529" h="174625">
                <a:moveTo>
                  <a:pt x="579501" y="87249"/>
                </a:moveTo>
                <a:lnTo>
                  <a:pt x="509650" y="174625"/>
                </a:lnTo>
                <a:lnTo>
                  <a:pt x="649249" y="104775"/>
                </a:lnTo>
                <a:lnTo>
                  <a:pt x="579501" y="104775"/>
                </a:lnTo>
                <a:lnTo>
                  <a:pt x="579501" y="87249"/>
                </a:lnTo>
                <a:close/>
              </a:path>
              <a:path w="684529" h="174625">
                <a:moveTo>
                  <a:pt x="565571" y="69850"/>
                </a:moveTo>
                <a:lnTo>
                  <a:pt x="0" y="69850"/>
                </a:lnTo>
                <a:lnTo>
                  <a:pt x="0" y="104775"/>
                </a:lnTo>
                <a:lnTo>
                  <a:pt x="565490" y="104775"/>
                </a:lnTo>
                <a:lnTo>
                  <a:pt x="579501" y="87249"/>
                </a:lnTo>
                <a:lnTo>
                  <a:pt x="565571" y="69850"/>
                </a:lnTo>
                <a:close/>
              </a:path>
              <a:path w="684529" h="174625">
                <a:moveTo>
                  <a:pt x="649452" y="69850"/>
                </a:moveTo>
                <a:lnTo>
                  <a:pt x="579501" y="69850"/>
                </a:lnTo>
                <a:lnTo>
                  <a:pt x="579501" y="104775"/>
                </a:lnTo>
                <a:lnTo>
                  <a:pt x="649249" y="104775"/>
                </a:lnTo>
                <a:lnTo>
                  <a:pt x="684276" y="87249"/>
                </a:lnTo>
                <a:lnTo>
                  <a:pt x="649452" y="69850"/>
                </a:lnTo>
                <a:close/>
              </a:path>
              <a:path w="684529" h="174625">
                <a:moveTo>
                  <a:pt x="509650" y="0"/>
                </a:moveTo>
                <a:lnTo>
                  <a:pt x="579501" y="87249"/>
                </a:lnTo>
                <a:lnTo>
                  <a:pt x="579501" y="69850"/>
                </a:lnTo>
                <a:lnTo>
                  <a:pt x="649452" y="69850"/>
                </a:lnTo>
                <a:lnTo>
                  <a:pt x="509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174996" y="4971415"/>
            <a:ext cx="354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2775" b="1" i="1" spc="22" baseline="-2102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26026" y="3906799"/>
            <a:ext cx="423545" cy="5232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965700" y="4502150"/>
            <a:ext cx="1187450" cy="174625"/>
          </a:xfrm>
          <a:custGeom>
            <a:avLst/>
            <a:gdLst/>
            <a:ahLst/>
            <a:cxnLst/>
            <a:rect l="l" t="t" r="r" b="b"/>
            <a:pathLst>
              <a:path w="1187450" h="174625">
                <a:moveTo>
                  <a:pt x="1082675" y="87249"/>
                </a:moveTo>
                <a:lnTo>
                  <a:pt x="1012825" y="174625"/>
                </a:lnTo>
                <a:lnTo>
                  <a:pt x="1152423" y="104775"/>
                </a:lnTo>
                <a:lnTo>
                  <a:pt x="1082675" y="104775"/>
                </a:lnTo>
                <a:lnTo>
                  <a:pt x="1082675" y="87249"/>
                </a:lnTo>
                <a:close/>
              </a:path>
              <a:path w="1187450" h="174625">
                <a:moveTo>
                  <a:pt x="1068745" y="69850"/>
                </a:moveTo>
                <a:lnTo>
                  <a:pt x="0" y="69850"/>
                </a:lnTo>
                <a:lnTo>
                  <a:pt x="0" y="104775"/>
                </a:lnTo>
                <a:lnTo>
                  <a:pt x="1068664" y="104775"/>
                </a:lnTo>
                <a:lnTo>
                  <a:pt x="1082675" y="87249"/>
                </a:lnTo>
                <a:lnTo>
                  <a:pt x="1068745" y="69850"/>
                </a:lnTo>
                <a:close/>
              </a:path>
              <a:path w="1187450" h="174625">
                <a:moveTo>
                  <a:pt x="1152626" y="69850"/>
                </a:moveTo>
                <a:lnTo>
                  <a:pt x="1082675" y="69850"/>
                </a:lnTo>
                <a:lnTo>
                  <a:pt x="1082675" y="104775"/>
                </a:lnTo>
                <a:lnTo>
                  <a:pt x="1152423" y="104775"/>
                </a:lnTo>
                <a:lnTo>
                  <a:pt x="1187450" y="87249"/>
                </a:lnTo>
                <a:lnTo>
                  <a:pt x="1152626" y="69850"/>
                </a:lnTo>
                <a:close/>
              </a:path>
              <a:path w="1187450" h="174625">
                <a:moveTo>
                  <a:pt x="1012825" y="0"/>
                </a:moveTo>
                <a:lnTo>
                  <a:pt x="1082675" y="87249"/>
                </a:lnTo>
                <a:lnTo>
                  <a:pt x="1082675" y="69850"/>
                </a:lnTo>
                <a:lnTo>
                  <a:pt x="1152626" y="69850"/>
                </a:lnTo>
                <a:lnTo>
                  <a:pt x="101282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741289" y="4026153"/>
            <a:ext cx="340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2775" b="1" i="1" spc="15" baseline="-2102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65700" y="4560823"/>
            <a:ext cx="0" cy="1116330"/>
          </a:xfrm>
          <a:custGeom>
            <a:avLst/>
            <a:gdLst/>
            <a:ahLst/>
            <a:cxnLst/>
            <a:rect l="l" t="t" r="r" b="b"/>
            <a:pathLst>
              <a:path h="1116329">
                <a:moveTo>
                  <a:pt x="0" y="1116076"/>
                </a:moveTo>
                <a:lnTo>
                  <a:pt x="0" y="0"/>
                </a:lnTo>
              </a:path>
            </a:pathLst>
          </a:custGeom>
          <a:ln w="28575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13172" y="5714746"/>
            <a:ext cx="239395" cy="431165"/>
          </a:xfrm>
          <a:prstGeom prst="rect">
            <a:avLst/>
          </a:prstGeom>
          <a:solidFill>
            <a:srgbClr val="FFFFFF">
              <a:alpha val="65881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3279"/>
              </a:lnSpc>
            </a:pPr>
            <a:r>
              <a:rPr sz="2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954651" y="4552950"/>
            <a:ext cx="1216025" cy="1132205"/>
          </a:xfrm>
          <a:custGeom>
            <a:avLst/>
            <a:gdLst/>
            <a:ahLst/>
            <a:cxnLst/>
            <a:rect l="l" t="t" r="r" b="b"/>
            <a:pathLst>
              <a:path w="1216025" h="1132204">
                <a:moveTo>
                  <a:pt x="0" y="1131887"/>
                </a:moveTo>
                <a:lnTo>
                  <a:pt x="1216025" y="0"/>
                </a:lnTo>
              </a:path>
            </a:pathLst>
          </a:custGeom>
          <a:ln w="28575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04758" y="5149850"/>
            <a:ext cx="875665" cy="534670"/>
          </a:xfrm>
          <a:custGeom>
            <a:avLst/>
            <a:gdLst/>
            <a:ahLst/>
            <a:cxnLst/>
            <a:rect l="l" t="t" r="r" b="b"/>
            <a:pathLst>
              <a:path w="875665" h="534670">
                <a:moveTo>
                  <a:pt x="764881" y="46035"/>
                </a:moveTo>
                <a:lnTo>
                  <a:pt x="0" y="504126"/>
                </a:lnTo>
                <a:lnTo>
                  <a:pt x="17907" y="534098"/>
                </a:lnTo>
                <a:lnTo>
                  <a:pt x="782857" y="75965"/>
                </a:lnTo>
                <a:lnTo>
                  <a:pt x="785864" y="53934"/>
                </a:lnTo>
                <a:lnTo>
                  <a:pt x="764881" y="46035"/>
                </a:lnTo>
                <a:close/>
              </a:path>
              <a:path w="875665" h="534670">
                <a:moveTo>
                  <a:pt x="850896" y="38862"/>
                </a:moveTo>
                <a:lnTo>
                  <a:pt x="776859" y="38862"/>
                </a:lnTo>
                <a:lnTo>
                  <a:pt x="794766" y="68833"/>
                </a:lnTo>
                <a:lnTo>
                  <a:pt x="782857" y="75965"/>
                </a:lnTo>
                <a:lnTo>
                  <a:pt x="770763" y="164591"/>
                </a:lnTo>
                <a:lnTo>
                  <a:pt x="850896" y="38862"/>
                </a:lnTo>
                <a:close/>
              </a:path>
              <a:path w="875665" h="534670">
                <a:moveTo>
                  <a:pt x="785864" y="53934"/>
                </a:moveTo>
                <a:lnTo>
                  <a:pt x="782857" y="75965"/>
                </a:lnTo>
                <a:lnTo>
                  <a:pt x="794766" y="68833"/>
                </a:lnTo>
                <a:lnTo>
                  <a:pt x="785864" y="53934"/>
                </a:lnTo>
                <a:close/>
              </a:path>
              <a:path w="875665" h="534670">
                <a:moveTo>
                  <a:pt x="776859" y="38862"/>
                </a:moveTo>
                <a:lnTo>
                  <a:pt x="764881" y="46035"/>
                </a:lnTo>
                <a:lnTo>
                  <a:pt x="785794" y="53817"/>
                </a:lnTo>
                <a:lnTo>
                  <a:pt x="776859" y="38862"/>
                </a:lnTo>
                <a:close/>
              </a:path>
              <a:path w="875665" h="534670">
                <a:moveTo>
                  <a:pt x="875665" y="0"/>
                </a:moveTo>
                <a:lnTo>
                  <a:pt x="681101" y="14858"/>
                </a:lnTo>
                <a:lnTo>
                  <a:pt x="764881" y="46035"/>
                </a:lnTo>
                <a:lnTo>
                  <a:pt x="776859" y="38862"/>
                </a:lnTo>
                <a:lnTo>
                  <a:pt x="850896" y="38862"/>
                </a:lnTo>
                <a:lnTo>
                  <a:pt x="87566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464042" y="4746752"/>
            <a:ext cx="18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21014" y="4950967"/>
            <a:ext cx="18415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i="1" spc="10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957826" y="1231900"/>
            <a:ext cx="3155950" cy="4456430"/>
          </a:xfrm>
          <a:custGeom>
            <a:avLst/>
            <a:gdLst/>
            <a:ahLst/>
            <a:cxnLst/>
            <a:rect l="l" t="t" r="r" b="b"/>
            <a:pathLst>
              <a:path w="3155950" h="4456430">
                <a:moveTo>
                  <a:pt x="3155950" y="44561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74691" y="728878"/>
            <a:ext cx="404495" cy="523240"/>
          </a:xfrm>
          <a:custGeom>
            <a:avLst/>
            <a:gdLst/>
            <a:ahLst/>
            <a:cxnLst/>
            <a:rect l="l" t="t" r="r" b="b"/>
            <a:pathLst>
              <a:path w="404495" h="523240">
                <a:moveTo>
                  <a:pt x="0" y="523214"/>
                </a:moveTo>
                <a:lnTo>
                  <a:pt x="404240" y="523214"/>
                </a:lnTo>
                <a:lnTo>
                  <a:pt x="404240" y="0"/>
                </a:lnTo>
                <a:lnTo>
                  <a:pt x="0" y="0"/>
                </a:lnTo>
                <a:lnTo>
                  <a:pt x="0" y="5232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854321" y="751459"/>
            <a:ext cx="242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83555" y="2155317"/>
            <a:ext cx="522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8E5B21"/>
                </a:solidFill>
                <a:latin typeface="Times New Roman"/>
                <a:cs typeface="Times New Roman"/>
              </a:rPr>
              <a:t>3</a:t>
            </a:r>
            <a:r>
              <a:rPr sz="2800" b="1" i="1" spc="-15" dirty="0">
                <a:solidFill>
                  <a:srgbClr val="8E5B21"/>
                </a:solidFill>
                <a:latin typeface="Times New Roman"/>
                <a:cs typeface="Times New Roman"/>
              </a:rPr>
              <a:t>0</a:t>
            </a:r>
            <a:r>
              <a:rPr sz="2800" b="1" i="1" spc="-5" dirty="0">
                <a:solidFill>
                  <a:srgbClr val="8E5B21"/>
                </a:solidFill>
                <a:latin typeface="Times New Roman"/>
                <a:cs typeface="Times New Roman"/>
              </a:rPr>
              <a:t>°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658233" y="1476628"/>
            <a:ext cx="939165" cy="439420"/>
          </a:xfrm>
          <a:custGeom>
            <a:avLst/>
            <a:gdLst/>
            <a:ahLst/>
            <a:cxnLst/>
            <a:rect l="l" t="t" r="r" b="b"/>
            <a:pathLst>
              <a:path w="939164" h="439419">
                <a:moveTo>
                  <a:pt x="18161" y="306959"/>
                </a:moveTo>
                <a:lnTo>
                  <a:pt x="25780" y="352425"/>
                </a:lnTo>
                <a:lnTo>
                  <a:pt x="78993" y="380111"/>
                </a:lnTo>
                <a:lnTo>
                  <a:pt x="138302" y="403987"/>
                </a:lnTo>
                <a:lnTo>
                  <a:pt x="202311" y="422656"/>
                </a:lnTo>
                <a:lnTo>
                  <a:pt x="266572" y="434213"/>
                </a:lnTo>
                <a:lnTo>
                  <a:pt x="330707" y="438912"/>
                </a:lnTo>
                <a:lnTo>
                  <a:pt x="362584" y="438912"/>
                </a:lnTo>
                <a:lnTo>
                  <a:pt x="425830" y="433959"/>
                </a:lnTo>
                <a:lnTo>
                  <a:pt x="487806" y="422656"/>
                </a:lnTo>
                <a:lnTo>
                  <a:pt x="548258" y="405130"/>
                </a:lnTo>
                <a:lnTo>
                  <a:pt x="550999" y="404113"/>
                </a:lnTo>
                <a:lnTo>
                  <a:pt x="360806" y="404113"/>
                </a:lnTo>
                <a:lnTo>
                  <a:pt x="330707" y="403987"/>
                </a:lnTo>
                <a:lnTo>
                  <a:pt x="270128" y="399415"/>
                </a:lnTo>
                <a:lnTo>
                  <a:pt x="209295" y="388366"/>
                </a:lnTo>
                <a:lnTo>
                  <a:pt x="148970" y="370713"/>
                </a:lnTo>
                <a:lnTo>
                  <a:pt x="92963" y="348107"/>
                </a:lnTo>
                <a:lnTo>
                  <a:pt x="42544" y="321818"/>
                </a:lnTo>
                <a:lnTo>
                  <a:pt x="18161" y="306959"/>
                </a:lnTo>
                <a:close/>
              </a:path>
              <a:path w="939164" h="439419">
                <a:moveTo>
                  <a:pt x="888619" y="95377"/>
                </a:moveTo>
                <a:lnTo>
                  <a:pt x="865092" y="101300"/>
                </a:lnTo>
                <a:lnTo>
                  <a:pt x="859536" y="110998"/>
                </a:lnTo>
                <a:lnTo>
                  <a:pt x="842390" y="137413"/>
                </a:lnTo>
                <a:lnTo>
                  <a:pt x="804926" y="187071"/>
                </a:lnTo>
                <a:lnTo>
                  <a:pt x="763396" y="231901"/>
                </a:lnTo>
                <a:lnTo>
                  <a:pt x="718057" y="272161"/>
                </a:lnTo>
                <a:lnTo>
                  <a:pt x="669543" y="307340"/>
                </a:lnTo>
                <a:lnTo>
                  <a:pt x="617981" y="337312"/>
                </a:lnTo>
                <a:lnTo>
                  <a:pt x="563879" y="362076"/>
                </a:lnTo>
                <a:lnTo>
                  <a:pt x="507745" y="381381"/>
                </a:lnTo>
                <a:lnTo>
                  <a:pt x="449961" y="394843"/>
                </a:lnTo>
                <a:lnTo>
                  <a:pt x="390778" y="402590"/>
                </a:lnTo>
                <a:lnTo>
                  <a:pt x="360806" y="404113"/>
                </a:lnTo>
                <a:lnTo>
                  <a:pt x="550999" y="404113"/>
                </a:lnTo>
                <a:lnTo>
                  <a:pt x="606551" y="381762"/>
                </a:lnTo>
                <a:lnTo>
                  <a:pt x="662431" y="352679"/>
                </a:lnTo>
                <a:lnTo>
                  <a:pt x="715390" y="318135"/>
                </a:lnTo>
                <a:lnTo>
                  <a:pt x="765047" y="278130"/>
                </a:lnTo>
                <a:lnTo>
                  <a:pt x="810894" y="233172"/>
                </a:lnTo>
                <a:lnTo>
                  <a:pt x="852677" y="183134"/>
                </a:lnTo>
                <a:lnTo>
                  <a:pt x="889762" y="128397"/>
                </a:lnTo>
                <a:lnTo>
                  <a:pt x="898051" y="114004"/>
                </a:lnTo>
                <a:lnTo>
                  <a:pt x="888619" y="95377"/>
                </a:lnTo>
                <a:close/>
              </a:path>
              <a:path w="939164" h="439419">
                <a:moveTo>
                  <a:pt x="935208" y="86613"/>
                </a:moveTo>
                <a:lnTo>
                  <a:pt x="873505" y="86613"/>
                </a:lnTo>
                <a:lnTo>
                  <a:pt x="903731" y="104140"/>
                </a:lnTo>
                <a:lnTo>
                  <a:pt x="898051" y="114004"/>
                </a:lnTo>
                <a:lnTo>
                  <a:pt x="939164" y="195199"/>
                </a:lnTo>
                <a:lnTo>
                  <a:pt x="935208" y="86613"/>
                </a:lnTo>
                <a:close/>
              </a:path>
              <a:path w="939164" h="439419">
                <a:moveTo>
                  <a:pt x="932052" y="0"/>
                </a:moveTo>
                <a:lnTo>
                  <a:pt x="780161" y="122682"/>
                </a:lnTo>
                <a:lnTo>
                  <a:pt x="865092" y="101300"/>
                </a:lnTo>
                <a:lnTo>
                  <a:pt x="873505" y="86613"/>
                </a:lnTo>
                <a:lnTo>
                  <a:pt x="935208" y="86613"/>
                </a:lnTo>
                <a:lnTo>
                  <a:pt x="932052" y="0"/>
                </a:lnTo>
                <a:close/>
              </a:path>
              <a:path w="939164" h="439419">
                <a:moveTo>
                  <a:pt x="888618" y="95377"/>
                </a:moveTo>
                <a:lnTo>
                  <a:pt x="898051" y="114004"/>
                </a:lnTo>
                <a:lnTo>
                  <a:pt x="903731" y="104140"/>
                </a:lnTo>
                <a:lnTo>
                  <a:pt x="888618" y="95377"/>
                </a:lnTo>
                <a:close/>
              </a:path>
              <a:path w="939164" h="439419">
                <a:moveTo>
                  <a:pt x="873505" y="86613"/>
                </a:moveTo>
                <a:lnTo>
                  <a:pt x="865092" y="101300"/>
                </a:lnTo>
                <a:lnTo>
                  <a:pt x="888618" y="95377"/>
                </a:lnTo>
                <a:lnTo>
                  <a:pt x="873505" y="866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701410" y="1464028"/>
            <a:ext cx="58039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25" b="1" i="1" spc="-240" baseline="13182" dirty="0">
                <a:solidFill>
                  <a:srgbClr val="FF0000"/>
                </a:solidFill>
                <a:latin typeface="Symbol"/>
                <a:cs typeface="Symbol"/>
              </a:rPr>
              <a:t></a:t>
            </a:r>
            <a:r>
              <a:rPr sz="185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AB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007864" y="4081653"/>
            <a:ext cx="641985" cy="725170"/>
          </a:xfrm>
          <a:custGeom>
            <a:avLst/>
            <a:gdLst/>
            <a:ahLst/>
            <a:cxnLst/>
            <a:rect l="l" t="t" r="r" b="b"/>
            <a:pathLst>
              <a:path w="641985" h="725170">
                <a:moveTo>
                  <a:pt x="0" y="0"/>
                </a:moveTo>
                <a:lnTo>
                  <a:pt x="52065" y="9248"/>
                </a:lnTo>
                <a:lnTo>
                  <a:pt x="102610" y="21313"/>
                </a:lnTo>
                <a:lnTo>
                  <a:pt x="151535" y="36081"/>
                </a:lnTo>
                <a:lnTo>
                  <a:pt x="198740" y="53440"/>
                </a:lnTo>
                <a:lnTo>
                  <a:pt x="244127" y="73276"/>
                </a:lnTo>
                <a:lnTo>
                  <a:pt x="287595" y="95477"/>
                </a:lnTo>
                <a:lnTo>
                  <a:pt x="329046" y="119928"/>
                </a:lnTo>
                <a:lnTo>
                  <a:pt x="368380" y="146516"/>
                </a:lnTo>
                <a:lnTo>
                  <a:pt x="405499" y="175130"/>
                </a:lnTo>
                <a:lnTo>
                  <a:pt x="440302" y="205654"/>
                </a:lnTo>
                <a:lnTo>
                  <a:pt x="472691" y="237977"/>
                </a:lnTo>
                <a:lnTo>
                  <a:pt x="502567" y="271985"/>
                </a:lnTo>
                <a:lnTo>
                  <a:pt x="529829" y="307565"/>
                </a:lnTo>
                <a:lnTo>
                  <a:pt x="554379" y="344603"/>
                </a:lnTo>
                <a:lnTo>
                  <a:pt x="576118" y="382987"/>
                </a:lnTo>
                <a:lnTo>
                  <a:pt x="594946" y="422603"/>
                </a:lnTo>
                <a:lnTo>
                  <a:pt x="610764" y="463338"/>
                </a:lnTo>
                <a:lnTo>
                  <a:pt x="623473" y="505080"/>
                </a:lnTo>
                <a:lnTo>
                  <a:pt x="632974" y="547714"/>
                </a:lnTo>
                <a:lnTo>
                  <a:pt x="639166" y="591128"/>
                </a:lnTo>
                <a:lnTo>
                  <a:pt x="641952" y="635208"/>
                </a:lnTo>
                <a:lnTo>
                  <a:pt x="641231" y="679842"/>
                </a:lnTo>
                <a:lnTo>
                  <a:pt x="636905" y="724916"/>
                </a:lnTo>
              </a:path>
            </a:pathLst>
          </a:custGeom>
          <a:ln w="44450">
            <a:solidFill>
              <a:srgbClr val="92D0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235955" y="3684523"/>
            <a:ext cx="701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8E5B21"/>
                </a:solidFill>
                <a:latin typeface="Times New Roman"/>
                <a:cs typeface="Times New Roman"/>
              </a:rPr>
              <a:t>12</a:t>
            </a:r>
            <a:r>
              <a:rPr sz="2800" b="1" i="1" spc="-10" dirty="0">
                <a:solidFill>
                  <a:srgbClr val="8E5B21"/>
                </a:solidFill>
                <a:latin typeface="Times New Roman"/>
                <a:cs typeface="Times New Roman"/>
              </a:rPr>
              <a:t>0</a:t>
            </a:r>
            <a:r>
              <a:rPr sz="2800" b="1" i="1" spc="-5" dirty="0">
                <a:solidFill>
                  <a:srgbClr val="8E5B21"/>
                </a:solidFill>
                <a:latin typeface="Times New Roman"/>
                <a:cs typeface="Times New Roman"/>
              </a:rPr>
              <a:t>°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72478" y="4656835"/>
            <a:ext cx="522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8E5B21"/>
                </a:solidFill>
                <a:latin typeface="Times New Roman"/>
                <a:cs typeface="Times New Roman"/>
              </a:rPr>
              <a:t>3</a:t>
            </a:r>
            <a:r>
              <a:rPr sz="2800" b="1" i="1" spc="-15" dirty="0">
                <a:solidFill>
                  <a:srgbClr val="8E5B21"/>
                </a:solidFill>
                <a:latin typeface="Times New Roman"/>
                <a:cs typeface="Times New Roman"/>
              </a:rPr>
              <a:t>0</a:t>
            </a:r>
            <a:r>
              <a:rPr sz="2800" b="1" i="1" spc="-5" dirty="0">
                <a:solidFill>
                  <a:srgbClr val="8E5B21"/>
                </a:solidFill>
                <a:latin typeface="Times New Roman"/>
                <a:cs typeface="Times New Roman"/>
              </a:rPr>
              <a:t>°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230236" y="4872735"/>
            <a:ext cx="313055" cy="448945"/>
          </a:xfrm>
          <a:custGeom>
            <a:avLst/>
            <a:gdLst/>
            <a:ahLst/>
            <a:cxnLst/>
            <a:rect l="l" t="t" r="r" b="b"/>
            <a:pathLst>
              <a:path w="313054" h="448945">
                <a:moveTo>
                  <a:pt x="0" y="448436"/>
                </a:moveTo>
                <a:lnTo>
                  <a:pt x="16013" y="397854"/>
                </a:lnTo>
                <a:lnTo>
                  <a:pt x="34821" y="348797"/>
                </a:lnTo>
                <a:lnTo>
                  <a:pt x="56323" y="301410"/>
                </a:lnTo>
                <a:lnTo>
                  <a:pt x="80415" y="255841"/>
                </a:lnTo>
                <a:lnTo>
                  <a:pt x="106997" y="212235"/>
                </a:lnTo>
                <a:lnTo>
                  <a:pt x="135966" y="170738"/>
                </a:lnTo>
                <a:lnTo>
                  <a:pt x="167220" y="131496"/>
                </a:lnTo>
                <a:lnTo>
                  <a:pt x="200658" y="94656"/>
                </a:lnTo>
                <a:lnTo>
                  <a:pt x="236178" y="60362"/>
                </a:lnTo>
                <a:lnTo>
                  <a:pt x="273677" y="28761"/>
                </a:lnTo>
                <a:lnTo>
                  <a:pt x="313055" y="0"/>
                </a:lnTo>
              </a:path>
            </a:pathLst>
          </a:custGeom>
          <a:ln w="44450">
            <a:solidFill>
              <a:srgbClr val="92D0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989703" y="2046604"/>
            <a:ext cx="544830" cy="103505"/>
          </a:xfrm>
          <a:custGeom>
            <a:avLst/>
            <a:gdLst/>
            <a:ahLst/>
            <a:cxnLst/>
            <a:rect l="l" t="t" r="r" b="b"/>
            <a:pathLst>
              <a:path w="544829" h="103505">
                <a:moveTo>
                  <a:pt x="544322" y="0"/>
                </a:moveTo>
                <a:lnTo>
                  <a:pt x="500564" y="25166"/>
                </a:lnTo>
                <a:lnTo>
                  <a:pt x="455953" y="46867"/>
                </a:lnTo>
                <a:lnTo>
                  <a:pt x="410658" y="65081"/>
                </a:lnTo>
                <a:lnTo>
                  <a:pt x="364847" y="79788"/>
                </a:lnTo>
                <a:lnTo>
                  <a:pt x="318689" y="90968"/>
                </a:lnTo>
                <a:lnTo>
                  <a:pt x="272351" y="98599"/>
                </a:lnTo>
                <a:lnTo>
                  <a:pt x="226003" y="102661"/>
                </a:lnTo>
                <a:lnTo>
                  <a:pt x="179813" y="103133"/>
                </a:lnTo>
                <a:lnTo>
                  <a:pt x="133949" y="99994"/>
                </a:lnTo>
                <a:lnTo>
                  <a:pt x="88580" y="93224"/>
                </a:lnTo>
                <a:lnTo>
                  <a:pt x="43874" y="82802"/>
                </a:lnTo>
                <a:lnTo>
                  <a:pt x="0" y="68707"/>
                </a:lnTo>
              </a:path>
            </a:pathLst>
          </a:custGeom>
          <a:ln w="44450">
            <a:solidFill>
              <a:srgbClr val="92D0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892922" y="5041036"/>
            <a:ext cx="239395" cy="431165"/>
          </a:xfrm>
          <a:custGeom>
            <a:avLst/>
            <a:gdLst/>
            <a:ahLst/>
            <a:cxnLst/>
            <a:rect l="l" t="t" r="r" b="b"/>
            <a:pathLst>
              <a:path w="239395" h="431164">
                <a:moveTo>
                  <a:pt x="0" y="430885"/>
                </a:moveTo>
                <a:lnTo>
                  <a:pt x="238823" y="430885"/>
                </a:lnTo>
                <a:lnTo>
                  <a:pt x="238823" y="0"/>
                </a:lnTo>
                <a:lnTo>
                  <a:pt x="0" y="0"/>
                </a:lnTo>
                <a:lnTo>
                  <a:pt x="0" y="4308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892922" y="5018658"/>
            <a:ext cx="239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511300" y="5517070"/>
            <a:ext cx="1289050" cy="0"/>
          </a:xfrm>
          <a:custGeom>
            <a:avLst/>
            <a:gdLst/>
            <a:ahLst/>
            <a:cxnLst/>
            <a:rect l="l" t="t" r="r" b="b"/>
            <a:pathLst>
              <a:path w="1289050">
                <a:moveTo>
                  <a:pt x="0" y="0"/>
                </a:moveTo>
                <a:lnTo>
                  <a:pt x="1289050" y="0"/>
                </a:lnTo>
              </a:path>
            </a:pathLst>
          </a:custGeom>
          <a:ln w="2120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6401" y="429260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288925"/>
                </a:moveTo>
                <a:lnTo>
                  <a:pt x="288925" y="288925"/>
                </a:lnTo>
                <a:lnTo>
                  <a:pt x="288925" y="0"/>
                </a:lnTo>
                <a:lnTo>
                  <a:pt x="0" y="0"/>
                </a:lnTo>
                <a:lnTo>
                  <a:pt x="0" y="2889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089525" y="4395723"/>
            <a:ext cx="96900" cy="98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984617" y="5336666"/>
            <a:ext cx="327025" cy="325120"/>
          </a:xfrm>
          <a:custGeom>
            <a:avLst/>
            <a:gdLst/>
            <a:ahLst/>
            <a:cxnLst/>
            <a:rect l="l" t="t" r="r" b="b"/>
            <a:pathLst>
              <a:path w="327025" h="325120">
                <a:moveTo>
                  <a:pt x="0" y="123571"/>
                </a:moveTo>
                <a:lnTo>
                  <a:pt x="205358" y="0"/>
                </a:lnTo>
                <a:lnTo>
                  <a:pt x="326516" y="201295"/>
                </a:lnTo>
                <a:lnTo>
                  <a:pt x="121157" y="324891"/>
                </a:lnTo>
                <a:lnTo>
                  <a:pt x="0" y="12357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112573" y="5457916"/>
            <a:ext cx="84828" cy="83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2478151" y="2533713"/>
            <a:ext cx="4054475" cy="4071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38119" y="3275076"/>
            <a:ext cx="861060" cy="809625"/>
          </a:xfrm>
          <a:custGeom>
            <a:avLst/>
            <a:gdLst/>
            <a:ahLst/>
            <a:cxnLst/>
            <a:rect l="l" t="t" r="r" b="b"/>
            <a:pathLst>
              <a:path w="861060" h="809625">
                <a:moveTo>
                  <a:pt x="670826" y="664030"/>
                </a:moveTo>
                <a:lnTo>
                  <a:pt x="638302" y="698754"/>
                </a:lnTo>
                <a:lnTo>
                  <a:pt x="860806" y="809498"/>
                </a:lnTo>
                <a:lnTo>
                  <a:pt x="785812" y="680338"/>
                </a:lnTo>
                <a:lnTo>
                  <a:pt x="688213" y="680338"/>
                </a:lnTo>
                <a:lnTo>
                  <a:pt x="670826" y="664030"/>
                </a:lnTo>
                <a:close/>
              </a:path>
              <a:path w="861060" h="809625">
                <a:moveTo>
                  <a:pt x="703381" y="629273"/>
                </a:moveTo>
                <a:lnTo>
                  <a:pt x="670826" y="664030"/>
                </a:lnTo>
                <a:lnTo>
                  <a:pt x="688213" y="680338"/>
                </a:lnTo>
                <a:lnTo>
                  <a:pt x="720725" y="645541"/>
                </a:lnTo>
                <a:lnTo>
                  <a:pt x="703381" y="629273"/>
                </a:lnTo>
                <a:close/>
              </a:path>
              <a:path w="861060" h="809625">
                <a:moveTo>
                  <a:pt x="735965" y="594487"/>
                </a:moveTo>
                <a:lnTo>
                  <a:pt x="703381" y="629273"/>
                </a:lnTo>
                <a:lnTo>
                  <a:pt x="720725" y="645541"/>
                </a:lnTo>
                <a:lnTo>
                  <a:pt x="688213" y="680338"/>
                </a:lnTo>
                <a:lnTo>
                  <a:pt x="785812" y="680338"/>
                </a:lnTo>
                <a:lnTo>
                  <a:pt x="735965" y="594487"/>
                </a:lnTo>
                <a:close/>
              </a:path>
              <a:path w="861060" h="809625">
                <a:moveTo>
                  <a:pt x="32511" y="0"/>
                </a:moveTo>
                <a:lnTo>
                  <a:pt x="0" y="34798"/>
                </a:lnTo>
                <a:lnTo>
                  <a:pt x="670826" y="664030"/>
                </a:lnTo>
                <a:lnTo>
                  <a:pt x="703381" y="629273"/>
                </a:lnTo>
                <a:lnTo>
                  <a:pt x="3251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52900" y="4973573"/>
            <a:ext cx="1189355" cy="142875"/>
          </a:xfrm>
          <a:custGeom>
            <a:avLst/>
            <a:gdLst/>
            <a:ahLst/>
            <a:cxnLst/>
            <a:rect l="l" t="t" r="r" b="b"/>
            <a:pathLst>
              <a:path w="1189354" h="142875">
                <a:moveTo>
                  <a:pt x="950849" y="0"/>
                </a:moveTo>
                <a:lnTo>
                  <a:pt x="950849" y="142875"/>
                </a:lnTo>
                <a:lnTo>
                  <a:pt x="1109740" y="95250"/>
                </a:lnTo>
                <a:lnTo>
                  <a:pt x="974725" y="95250"/>
                </a:lnTo>
                <a:lnTo>
                  <a:pt x="974725" y="47625"/>
                </a:lnTo>
                <a:lnTo>
                  <a:pt x="1109458" y="47625"/>
                </a:lnTo>
                <a:lnTo>
                  <a:pt x="950849" y="0"/>
                </a:lnTo>
                <a:close/>
              </a:path>
              <a:path w="1189354" h="142875">
                <a:moveTo>
                  <a:pt x="950849" y="47625"/>
                </a:moveTo>
                <a:lnTo>
                  <a:pt x="0" y="47625"/>
                </a:lnTo>
                <a:lnTo>
                  <a:pt x="0" y="95250"/>
                </a:lnTo>
                <a:lnTo>
                  <a:pt x="950849" y="95250"/>
                </a:lnTo>
                <a:lnTo>
                  <a:pt x="950849" y="47625"/>
                </a:lnTo>
                <a:close/>
              </a:path>
              <a:path w="1189354" h="142875">
                <a:moveTo>
                  <a:pt x="1109458" y="47625"/>
                </a:moveTo>
                <a:lnTo>
                  <a:pt x="974725" y="47625"/>
                </a:lnTo>
                <a:lnTo>
                  <a:pt x="974725" y="95250"/>
                </a:lnTo>
                <a:lnTo>
                  <a:pt x="1109740" y="95250"/>
                </a:lnTo>
                <a:lnTo>
                  <a:pt x="1188974" y="71500"/>
                </a:lnTo>
                <a:lnTo>
                  <a:pt x="1109458" y="47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89219" y="3132073"/>
            <a:ext cx="803910" cy="900430"/>
          </a:xfrm>
          <a:custGeom>
            <a:avLst/>
            <a:gdLst/>
            <a:ahLst/>
            <a:cxnLst/>
            <a:rect l="l" t="t" r="r" b="b"/>
            <a:pathLst>
              <a:path w="803910" h="900429">
                <a:moveTo>
                  <a:pt x="627672" y="162217"/>
                </a:moveTo>
                <a:lnTo>
                  <a:pt x="0" y="868426"/>
                </a:lnTo>
                <a:lnTo>
                  <a:pt x="35686" y="900176"/>
                </a:lnTo>
                <a:lnTo>
                  <a:pt x="663233" y="193846"/>
                </a:lnTo>
                <a:lnTo>
                  <a:pt x="627672" y="162217"/>
                </a:lnTo>
                <a:close/>
              </a:path>
              <a:path w="803910" h="900429">
                <a:moveTo>
                  <a:pt x="736578" y="144399"/>
                </a:moveTo>
                <a:lnTo>
                  <a:pt x="643508" y="144399"/>
                </a:lnTo>
                <a:lnTo>
                  <a:pt x="679068" y="176022"/>
                </a:lnTo>
                <a:lnTo>
                  <a:pt x="663233" y="193846"/>
                </a:lnTo>
                <a:lnTo>
                  <a:pt x="698880" y="225551"/>
                </a:lnTo>
                <a:lnTo>
                  <a:pt x="736578" y="144399"/>
                </a:lnTo>
                <a:close/>
              </a:path>
              <a:path w="803910" h="900429">
                <a:moveTo>
                  <a:pt x="643508" y="144399"/>
                </a:moveTo>
                <a:lnTo>
                  <a:pt x="627672" y="162217"/>
                </a:lnTo>
                <a:lnTo>
                  <a:pt x="663233" y="193846"/>
                </a:lnTo>
                <a:lnTo>
                  <a:pt x="679068" y="176022"/>
                </a:lnTo>
                <a:lnTo>
                  <a:pt x="643508" y="144399"/>
                </a:lnTo>
                <a:close/>
              </a:path>
              <a:path w="803910" h="900429">
                <a:moveTo>
                  <a:pt x="803655" y="0"/>
                </a:moveTo>
                <a:lnTo>
                  <a:pt x="592073" y="130555"/>
                </a:lnTo>
                <a:lnTo>
                  <a:pt x="627672" y="162217"/>
                </a:lnTo>
                <a:lnTo>
                  <a:pt x="643508" y="144399"/>
                </a:lnTo>
                <a:lnTo>
                  <a:pt x="736578" y="144399"/>
                </a:lnTo>
                <a:lnTo>
                  <a:pt x="8036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2764" y="5121729"/>
            <a:ext cx="332740" cy="0"/>
          </a:xfrm>
          <a:custGeom>
            <a:avLst/>
            <a:gdLst/>
            <a:ahLst/>
            <a:cxnLst/>
            <a:rect l="l" t="t" r="r" b="b"/>
            <a:pathLst>
              <a:path w="332739">
                <a:moveTo>
                  <a:pt x="0" y="0"/>
                </a:moveTo>
                <a:lnTo>
                  <a:pt x="332689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01469" y="5007738"/>
            <a:ext cx="3308350" cy="4356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i="1" spc="105" dirty="0">
                <a:latin typeface="Times New Roman"/>
                <a:cs typeface="Times New Roman"/>
              </a:rPr>
              <a:t>v</a:t>
            </a:r>
            <a:r>
              <a:rPr sz="2550" i="1" spc="157" baseline="-16339" dirty="0">
                <a:latin typeface="Times New Roman"/>
                <a:cs typeface="Times New Roman"/>
              </a:rPr>
              <a:t>B</a:t>
            </a:r>
            <a:r>
              <a:rPr sz="2550" i="1" spc="-352" baseline="-16339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Symbol"/>
                <a:cs typeface="Symbol"/>
              </a:rPr>
              <a:t>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150" i="1" spc="40" dirty="0">
                <a:latin typeface="Symbol"/>
                <a:cs typeface="Symbol"/>
              </a:rPr>
              <a:t></a:t>
            </a:r>
            <a:r>
              <a:rPr sz="2550" i="1" spc="60" baseline="-16339" dirty="0">
                <a:latin typeface="Times New Roman"/>
                <a:cs typeface="Times New Roman"/>
              </a:rPr>
              <a:t>AB </a:t>
            </a:r>
            <a:r>
              <a:rPr sz="2000" i="1" spc="50" dirty="0">
                <a:latin typeface="Times New Roman"/>
                <a:cs typeface="Times New Roman"/>
              </a:rPr>
              <a:t>AB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Symbol"/>
                <a:cs typeface="Symbol"/>
              </a:rPr>
              <a:t>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Symbol"/>
                <a:cs typeface="Symbol"/>
              </a:rPr>
              <a:t></a:t>
            </a:r>
            <a:r>
              <a:rPr sz="2000" spc="-75" dirty="0">
                <a:latin typeface="Times New Roman"/>
                <a:cs typeface="Times New Roman"/>
              </a:rPr>
              <a:t>5</a:t>
            </a:r>
            <a:r>
              <a:rPr sz="2700" spc="-75" dirty="0">
                <a:latin typeface="Symbol"/>
                <a:cs typeface="Symbol"/>
              </a:rPr>
              <a:t></a:t>
            </a:r>
            <a:r>
              <a:rPr sz="2000" spc="-75" dirty="0">
                <a:latin typeface="Times New Roman"/>
                <a:cs typeface="Times New Roman"/>
              </a:rPr>
              <a:t>0</a:t>
            </a:r>
            <a:r>
              <a:rPr sz="2000" i="1" spc="-75" dirty="0">
                <a:latin typeface="Times New Roman"/>
                <a:cs typeface="Times New Roman"/>
              </a:rPr>
              <a:t>.</a:t>
            </a:r>
            <a:r>
              <a:rPr sz="2000" spc="-75" dirty="0">
                <a:latin typeface="Times New Roman"/>
                <a:cs typeface="Times New Roman"/>
              </a:rPr>
              <a:t>2</a:t>
            </a:r>
            <a:r>
              <a:rPr sz="2700" spc="-75" dirty="0">
                <a:latin typeface="Symbol"/>
                <a:cs typeface="Symbol"/>
              </a:rPr>
              <a:t></a:t>
            </a:r>
            <a:r>
              <a:rPr sz="2000" spc="-75" dirty="0">
                <a:latin typeface="Symbol"/>
                <a:cs typeface="Symbol"/>
              </a:rPr>
              <a:t>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1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m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spc="20" dirty="0">
                <a:latin typeface="Times New Roman"/>
                <a:cs typeface="Times New Roman"/>
              </a:rPr>
              <a:t>/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2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4278" y="3917520"/>
            <a:ext cx="352425" cy="372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i="1" spc="5" dirty="0">
                <a:latin typeface="Times New Roman"/>
                <a:cs typeface="Times New Roman"/>
              </a:rPr>
              <a:t>v</a:t>
            </a:r>
            <a:r>
              <a:rPr sz="2250" i="1" spc="-434" dirty="0">
                <a:latin typeface="Times New Roman"/>
                <a:cs typeface="Times New Roman"/>
              </a:rPr>
              <a:t> </a:t>
            </a:r>
            <a:r>
              <a:rPr sz="2850" i="1" spc="-7" baseline="-16081" dirty="0">
                <a:latin typeface="Times New Roman"/>
                <a:cs typeface="Times New Roman"/>
              </a:rPr>
              <a:t>D</a:t>
            </a:r>
            <a:endParaRPr sz="2850" baseline="-1608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1950" y="2009775"/>
            <a:ext cx="0" cy="3024505"/>
          </a:xfrm>
          <a:custGeom>
            <a:avLst/>
            <a:gdLst/>
            <a:ahLst/>
            <a:cxnLst/>
            <a:rect l="l" t="t" r="r" b="b"/>
            <a:pathLst>
              <a:path h="3024504">
                <a:moveTo>
                  <a:pt x="0" y="3024124"/>
                </a:moveTo>
                <a:lnTo>
                  <a:pt x="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57550" y="2095500"/>
            <a:ext cx="914400" cy="1190625"/>
          </a:xfrm>
          <a:custGeom>
            <a:avLst/>
            <a:gdLst/>
            <a:ahLst/>
            <a:cxnLst/>
            <a:rect l="l" t="t" r="r" b="b"/>
            <a:pathLst>
              <a:path w="914400" h="1190625">
                <a:moveTo>
                  <a:pt x="0" y="1190625"/>
                </a:moveTo>
                <a:lnTo>
                  <a:pt x="91440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7726" y="2505075"/>
            <a:ext cx="1586230" cy="1485900"/>
          </a:xfrm>
          <a:custGeom>
            <a:avLst/>
            <a:gdLst/>
            <a:ahLst/>
            <a:cxnLst/>
            <a:rect l="l" t="t" r="r" b="b"/>
            <a:pathLst>
              <a:path w="1586229" h="1485900">
                <a:moveTo>
                  <a:pt x="0" y="0"/>
                </a:moveTo>
                <a:lnTo>
                  <a:pt x="1585849" y="148590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02076" y="3252851"/>
            <a:ext cx="130175" cy="157480"/>
          </a:xfrm>
          <a:custGeom>
            <a:avLst/>
            <a:gdLst/>
            <a:ahLst/>
            <a:cxnLst/>
            <a:rect l="l" t="t" r="r" b="b"/>
            <a:pathLst>
              <a:path w="130175" h="157479">
                <a:moveTo>
                  <a:pt x="0" y="157099"/>
                </a:moveTo>
                <a:lnTo>
                  <a:pt x="130175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81375" y="3132073"/>
            <a:ext cx="138430" cy="124460"/>
          </a:xfrm>
          <a:custGeom>
            <a:avLst/>
            <a:gdLst/>
            <a:ahLst/>
            <a:cxnLst/>
            <a:rect l="l" t="t" r="r" b="b"/>
            <a:pathLst>
              <a:path w="138429" h="124460">
                <a:moveTo>
                  <a:pt x="0" y="0"/>
                </a:moveTo>
                <a:lnTo>
                  <a:pt x="138175" y="123951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00700" y="3706876"/>
            <a:ext cx="271525" cy="166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73501" y="324485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90" y="1428"/>
                </a:lnTo>
                <a:lnTo>
                  <a:pt x="5318" y="5334"/>
                </a:lnTo>
                <a:lnTo>
                  <a:pt x="1426" y="11144"/>
                </a:lnTo>
                <a:lnTo>
                  <a:pt x="0" y="18287"/>
                </a:lnTo>
                <a:lnTo>
                  <a:pt x="1426" y="25378"/>
                </a:lnTo>
                <a:lnTo>
                  <a:pt x="5318" y="31194"/>
                </a:lnTo>
                <a:lnTo>
                  <a:pt x="11090" y="35129"/>
                </a:lnTo>
                <a:lnTo>
                  <a:pt x="18161" y="36575"/>
                </a:lnTo>
                <a:lnTo>
                  <a:pt x="25304" y="35129"/>
                </a:lnTo>
                <a:lnTo>
                  <a:pt x="31114" y="31194"/>
                </a:lnTo>
                <a:lnTo>
                  <a:pt x="35020" y="25378"/>
                </a:lnTo>
                <a:lnTo>
                  <a:pt x="36449" y="18287"/>
                </a:lnTo>
                <a:lnTo>
                  <a:pt x="35020" y="11144"/>
                </a:lnTo>
                <a:lnTo>
                  <a:pt x="31114" y="5334"/>
                </a:lnTo>
                <a:lnTo>
                  <a:pt x="25304" y="1428"/>
                </a:lnTo>
                <a:lnTo>
                  <a:pt x="181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73501" y="324485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0" y="18287"/>
                </a:moveTo>
                <a:lnTo>
                  <a:pt x="1426" y="11144"/>
                </a:lnTo>
                <a:lnTo>
                  <a:pt x="5318" y="5334"/>
                </a:lnTo>
                <a:lnTo>
                  <a:pt x="11090" y="1428"/>
                </a:lnTo>
                <a:lnTo>
                  <a:pt x="18161" y="0"/>
                </a:lnTo>
                <a:lnTo>
                  <a:pt x="25304" y="1428"/>
                </a:lnTo>
                <a:lnTo>
                  <a:pt x="31114" y="5334"/>
                </a:lnTo>
                <a:lnTo>
                  <a:pt x="35020" y="11144"/>
                </a:lnTo>
                <a:lnTo>
                  <a:pt x="36449" y="18287"/>
                </a:lnTo>
                <a:lnTo>
                  <a:pt x="35020" y="25378"/>
                </a:lnTo>
                <a:lnTo>
                  <a:pt x="31114" y="31194"/>
                </a:lnTo>
                <a:lnTo>
                  <a:pt x="25304" y="35129"/>
                </a:lnTo>
                <a:lnTo>
                  <a:pt x="18161" y="36575"/>
                </a:lnTo>
                <a:lnTo>
                  <a:pt x="11090" y="35129"/>
                </a:lnTo>
                <a:lnTo>
                  <a:pt x="5318" y="31194"/>
                </a:lnTo>
                <a:lnTo>
                  <a:pt x="1426" y="25378"/>
                </a:lnTo>
                <a:lnTo>
                  <a:pt x="0" y="18287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73601" y="4689475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210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2526" y="4687823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0"/>
                </a:moveTo>
                <a:lnTo>
                  <a:pt x="0" y="34925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72026" y="4868798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90" y="1446"/>
                </a:lnTo>
                <a:lnTo>
                  <a:pt x="5318" y="5381"/>
                </a:lnTo>
                <a:lnTo>
                  <a:pt x="1426" y="11197"/>
                </a:lnTo>
                <a:lnTo>
                  <a:pt x="0" y="18287"/>
                </a:lnTo>
                <a:lnTo>
                  <a:pt x="1426" y="25431"/>
                </a:lnTo>
                <a:lnTo>
                  <a:pt x="5318" y="31242"/>
                </a:lnTo>
                <a:lnTo>
                  <a:pt x="11090" y="35147"/>
                </a:lnTo>
                <a:lnTo>
                  <a:pt x="18161" y="36575"/>
                </a:lnTo>
                <a:lnTo>
                  <a:pt x="25304" y="35147"/>
                </a:lnTo>
                <a:lnTo>
                  <a:pt x="31114" y="31242"/>
                </a:lnTo>
                <a:lnTo>
                  <a:pt x="35020" y="25431"/>
                </a:lnTo>
                <a:lnTo>
                  <a:pt x="36449" y="18287"/>
                </a:lnTo>
                <a:lnTo>
                  <a:pt x="35020" y="11197"/>
                </a:lnTo>
                <a:lnTo>
                  <a:pt x="31114" y="5381"/>
                </a:lnTo>
                <a:lnTo>
                  <a:pt x="25304" y="1446"/>
                </a:lnTo>
                <a:lnTo>
                  <a:pt x="181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72026" y="4868798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0" y="18287"/>
                </a:moveTo>
                <a:lnTo>
                  <a:pt x="1426" y="11197"/>
                </a:lnTo>
                <a:lnTo>
                  <a:pt x="5318" y="5381"/>
                </a:lnTo>
                <a:lnTo>
                  <a:pt x="11090" y="1446"/>
                </a:lnTo>
                <a:lnTo>
                  <a:pt x="18161" y="0"/>
                </a:lnTo>
                <a:lnTo>
                  <a:pt x="25304" y="1446"/>
                </a:lnTo>
                <a:lnTo>
                  <a:pt x="31114" y="5381"/>
                </a:lnTo>
                <a:lnTo>
                  <a:pt x="35020" y="11197"/>
                </a:lnTo>
                <a:lnTo>
                  <a:pt x="36449" y="18287"/>
                </a:lnTo>
                <a:lnTo>
                  <a:pt x="35020" y="25431"/>
                </a:lnTo>
                <a:lnTo>
                  <a:pt x="31114" y="31242"/>
                </a:lnTo>
                <a:lnTo>
                  <a:pt x="25304" y="35147"/>
                </a:lnTo>
                <a:lnTo>
                  <a:pt x="18161" y="36575"/>
                </a:lnTo>
                <a:lnTo>
                  <a:pt x="11090" y="35147"/>
                </a:lnTo>
                <a:lnTo>
                  <a:pt x="5318" y="31241"/>
                </a:lnTo>
                <a:lnTo>
                  <a:pt x="1426" y="25431"/>
                </a:lnTo>
                <a:lnTo>
                  <a:pt x="0" y="18287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52900" y="2500376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287" y="0"/>
                </a:moveTo>
                <a:lnTo>
                  <a:pt x="11144" y="1426"/>
                </a:lnTo>
                <a:lnTo>
                  <a:pt x="5334" y="5318"/>
                </a:lnTo>
                <a:lnTo>
                  <a:pt x="1428" y="11090"/>
                </a:lnTo>
                <a:lnTo>
                  <a:pt x="0" y="18161"/>
                </a:lnTo>
                <a:lnTo>
                  <a:pt x="1428" y="25304"/>
                </a:lnTo>
                <a:lnTo>
                  <a:pt x="5334" y="31114"/>
                </a:lnTo>
                <a:lnTo>
                  <a:pt x="11144" y="35020"/>
                </a:lnTo>
                <a:lnTo>
                  <a:pt x="18287" y="36449"/>
                </a:lnTo>
                <a:lnTo>
                  <a:pt x="25378" y="35020"/>
                </a:lnTo>
                <a:lnTo>
                  <a:pt x="31194" y="31114"/>
                </a:lnTo>
                <a:lnTo>
                  <a:pt x="35129" y="25304"/>
                </a:lnTo>
                <a:lnTo>
                  <a:pt x="36575" y="18161"/>
                </a:lnTo>
                <a:lnTo>
                  <a:pt x="35129" y="11090"/>
                </a:lnTo>
                <a:lnTo>
                  <a:pt x="31194" y="5318"/>
                </a:lnTo>
                <a:lnTo>
                  <a:pt x="25378" y="1426"/>
                </a:lnTo>
                <a:lnTo>
                  <a:pt x="182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52900" y="2500376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0" y="18161"/>
                </a:moveTo>
                <a:lnTo>
                  <a:pt x="1428" y="11090"/>
                </a:lnTo>
                <a:lnTo>
                  <a:pt x="5334" y="5318"/>
                </a:lnTo>
                <a:lnTo>
                  <a:pt x="11144" y="1426"/>
                </a:lnTo>
                <a:lnTo>
                  <a:pt x="18287" y="0"/>
                </a:lnTo>
                <a:lnTo>
                  <a:pt x="25378" y="1426"/>
                </a:lnTo>
                <a:lnTo>
                  <a:pt x="31194" y="5318"/>
                </a:lnTo>
                <a:lnTo>
                  <a:pt x="35129" y="11090"/>
                </a:lnTo>
                <a:lnTo>
                  <a:pt x="36575" y="18161"/>
                </a:lnTo>
                <a:lnTo>
                  <a:pt x="35129" y="25304"/>
                </a:lnTo>
                <a:lnTo>
                  <a:pt x="31194" y="31114"/>
                </a:lnTo>
                <a:lnTo>
                  <a:pt x="25378" y="35020"/>
                </a:lnTo>
                <a:lnTo>
                  <a:pt x="18287" y="36449"/>
                </a:lnTo>
                <a:lnTo>
                  <a:pt x="11144" y="35020"/>
                </a:lnTo>
                <a:lnTo>
                  <a:pt x="5334" y="31114"/>
                </a:lnTo>
                <a:lnTo>
                  <a:pt x="1428" y="25304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54551" y="209080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90" y="1426"/>
                </a:lnTo>
                <a:lnTo>
                  <a:pt x="5318" y="5318"/>
                </a:lnTo>
                <a:lnTo>
                  <a:pt x="1426" y="11090"/>
                </a:lnTo>
                <a:lnTo>
                  <a:pt x="0" y="18161"/>
                </a:lnTo>
                <a:lnTo>
                  <a:pt x="1426" y="25304"/>
                </a:lnTo>
                <a:lnTo>
                  <a:pt x="5318" y="31114"/>
                </a:lnTo>
                <a:lnTo>
                  <a:pt x="11090" y="35020"/>
                </a:lnTo>
                <a:lnTo>
                  <a:pt x="18161" y="36449"/>
                </a:lnTo>
                <a:lnTo>
                  <a:pt x="25304" y="35020"/>
                </a:lnTo>
                <a:lnTo>
                  <a:pt x="31114" y="31114"/>
                </a:lnTo>
                <a:lnTo>
                  <a:pt x="35020" y="25304"/>
                </a:lnTo>
                <a:lnTo>
                  <a:pt x="36449" y="18161"/>
                </a:lnTo>
                <a:lnTo>
                  <a:pt x="35020" y="11090"/>
                </a:lnTo>
                <a:lnTo>
                  <a:pt x="31114" y="5318"/>
                </a:lnTo>
                <a:lnTo>
                  <a:pt x="25304" y="1426"/>
                </a:lnTo>
                <a:lnTo>
                  <a:pt x="1816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54551" y="209080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0" y="18161"/>
                </a:moveTo>
                <a:lnTo>
                  <a:pt x="1426" y="11090"/>
                </a:lnTo>
                <a:lnTo>
                  <a:pt x="5318" y="5318"/>
                </a:lnTo>
                <a:lnTo>
                  <a:pt x="11090" y="1426"/>
                </a:lnTo>
                <a:lnTo>
                  <a:pt x="18161" y="0"/>
                </a:lnTo>
                <a:lnTo>
                  <a:pt x="25304" y="1426"/>
                </a:lnTo>
                <a:lnTo>
                  <a:pt x="31114" y="5318"/>
                </a:lnTo>
                <a:lnTo>
                  <a:pt x="35020" y="11090"/>
                </a:lnTo>
                <a:lnTo>
                  <a:pt x="36449" y="18161"/>
                </a:lnTo>
                <a:lnTo>
                  <a:pt x="35020" y="25304"/>
                </a:lnTo>
                <a:lnTo>
                  <a:pt x="31114" y="31114"/>
                </a:lnTo>
                <a:lnTo>
                  <a:pt x="25304" y="35020"/>
                </a:lnTo>
                <a:lnTo>
                  <a:pt x="18161" y="36449"/>
                </a:lnTo>
                <a:lnTo>
                  <a:pt x="11090" y="35020"/>
                </a:lnTo>
                <a:lnTo>
                  <a:pt x="5318" y="31114"/>
                </a:lnTo>
                <a:lnTo>
                  <a:pt x="1426" y="25304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8416" y="638683"/>
            <a:ext cx="8346440" cy="252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4. </a:t>
            </a:r>
            <a:r>
              <a:rPr sz="1800" spc="-5" dirty="0">
                <a:latin typeface="Comic Sans MS"/>
                <a:cs typeface="Comic Sans MS"/>
              </a:rPr>
              <a:t>The mechanism </a:t>
            </a:r>
            <a:r>
              <a:rPr sz="1800" dirty="0">
                <a:latin typeface="Comic Sans MS"/>
                <a:cs typeface="Comic Sans MS"/>
              </a:rPr>
              <a:t>used </a:t>
            </a:r>
            <a:r>
              <a:rPr sz="1800" spc="-5" dirty="0">
                <a:latin typeface="Comic Sans MS"/>
                <a:cs typeface="Comic Sans MS"/>
              </a:rPr>
              <a:t>in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marine </a:t>
            </a:r>
            <a:r>
              <a:rPr sz="1800" spc="-10" dirty="0">
                <a:latin typeface="Comic Sans MS"/>
                <a:cs typeface="Comic Sans MS"/>
              </a:rPr>
              <a:t>engine </a:t>
            </a:r>
            <a:r>
              <a:rPr sz="1800" dirty="0">
                <a:latin typeface="Comic Sans MS"/>
                <a:cs typeface="Comic Sans MS"/>
              </a:rPr>
              <a:t>consists of a </a:t>
            </a:r>
            <a:r>
              <a:rPr sz="1800" spc="-5" dirty="0">
                <a:latin typeface="Comic Sans MS"/>
                <a:cs typeface="Comic Sans MS"/>
              </a:rPr>
              <a:t>single crank AB </a:t>
            </a:r>
            <a:r>
              <a:rPr sz="1800" spc="-10" dirty="0">
                <a:latin typeface="Comic Sans MS"/>
                <a:cs typeface="Comic Sans MS"/>
              </a:rPr>
              <a:t>and  </a:t>
            </a:r>
            <a:r>
              <a:rPr sz="1800" dirty="0">
                <a:latin typeface="Comic Sans MS"/>
                <a:cs typeface="Comic Sans MS"/>
              </a:rPr>
              <a:t>two </a:t>
            </a:r>
            <a:r>
              <a:rPr sz="1800" spc="-5" dirty="0">
                <a:latin typeface="Comic Sans MS"/>
                <a:cs typeface="Comic Sans MS"/>
              </a:rPr>
              <a:t>connecting rods </a:t>
            </a:r>
            <a:r>
              <a:rPr sz="1800" dirty="0">
                <a:latin typeface="Comic Sans MS"/>
                <a:cs typeface="Comic Sans MS"/>
              </a:rPr>
              <a:t>BC and BD. Determine the </a:t>
            </a:r>
            <a:r>
              <a:rPr sz="1800" spc="-5" dirty="0">
                <a:latin typeface="Comic Sans MS"/>
                <a:cs typeface="Comic Sans MS"/>
              </a:rPr>
              <a:t>velocity </a:t>
            </a:r>
            <a:r>
              <a:rPr sz="1800" dirty="0">
                <a:latin typeface="Comic Sans MS"/>
                <a:cs typeface="Comic Sans MS"/>
              </a:rPr>
              <a:t>of the pistons at C  and D and </a:t>
            </a:r>
            <a:r>
              <a:rPr sz="1800" spc="-5" dirty="0">
                <a:latin typeface="Comic Sans MS"/>
                <a:cs typeface="Comic Sans MS"/>
              </a:rPr>
              <a:t>angular </a:t>
            </a:r>
            <a:r>
              <a:rPr sz="1800" spc="-10" dirty="0">
                <a:latin typeface="Comic Sans MS"/>
                <a:cs typeface="Comic Sans MS"/>
              </a:rPr>
              <a:t>velocities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rods </a:t>
            </a:r>
            <a:r>
              <a:rPr sz="1800" dirty="0">
                <a:latin typeface="Comic Sans MS"/>
                <a:cs typeface="Comic Sans MS"/>
              </a:rPr>
              <a:t>BC and BD </a:t>
            </a:r>
            <a:r>
              <a:rPr sz="1800" spc="-5" dirty="0">
                <a:latin typeface="Comic Sans MS"/>
                <a:cs typeface="Comic Sans MS"/>
              </a:rPr>
              <a:t>when the crank </a:t>
            </a:r>
            <a:r>
              <a:rPr sz="1800" spc="-10" dirty="0">
                <a:latin typeface="Comic Sans MS"/>
                <a:cs typeface="Comic Sans MS"/>
              </a:rPr>
              <a:t>is in </a:t>
            </a:r>
            <a:r>
              <a:rPr sz="1800" spc="-5" dirty="0">
                <a:latin typeface="Comic Sans MS"/>
                <a:cs typeface="Comic Sans MS"/>
              </a:rPr>
              <a:t>the  </a:t>
            </a:r>
            <a:r>
              <a:rPr sz="1800" dirty="0">
                <a:latin typeface="Comic Sans MS"/>
                <a:cs typeface="Comic Sans MS"/>
              </a:rPr>
              <a:t>position shown and has an angular </a:t>
            </a:r>
            <a:r>
              <a:rPr sz="1800" spc="-5" dirty="0">
                <a:latin typeface="Comic Sans MS"/>
                <a:cs typeface="Comic Sans MS"/>
              </a:rPr>
              <a:t>velocity </a:t>
            </a:r>
            <a:r>
              <a:rPr sz="1800" dirty="0">
                <a:latin typeface="Comic Sans MS"/>
                <a:cs typeface="Comic Sans MS"/>
              </a:rPr>
              <a:t>of 5</a:t>
            </a:r>
            <a:r>
              <a:rPr sz="1800" spc="-8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rad/s.</a:t>
            </a:r>
            <a:endParaRPr sz="1800">
              <a:latin typeface="Comic Sans MS"/>
              <a:cs typeface="Comic Sans MS"/>
            </a:endParaRPr>
          </a:p>
          <a:p>
            <a:pPr marL="3832225" marR="2776855" indent="7620" algn="ctr">
              <a:lnSpc>
                <a:spcPct val="140100"/>
              </a:lnSpc>
              <a:spcBef>
                <a:spcPts val="60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800" spc="-7" baseline="-20833" dirty="0">
                <a:solidFill>
                  <a:srgbClr val="6F2F9F"/>
                </a:solidFill>
                <a:latin typeface="Arial"/>
                <a:cs typeface="Arial"/>
              </a:rPr>
              <a:t>2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(IC of </a:t>
            </a:r>
            <a:r>
              <a:rPr sz="1800" spc="-10" dirty="0">
                <a:solidFill>
                  <a:srgbClr val="6F2F9F"/>
                </a:solidFill>
                <a:latin typeface="Arial"/>
                <a:cs typeface="Arial"/>
              </a:rPr>
              <a:t>link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BD) 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7" baseline="-20833" dirty="0">
                <a:solidFill>
                  <a:srgbClr val="FF0000"/>
                </a:solidFill>
                <a:latin typeface="Arial"/>
                <a:cs typeface="Arial"/>
              </a:rPr>
              <a:t>1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(IC of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link</a:t>
            </a:r>
            <a:r>
              <a:rPr sz="1800" spc="-2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BC)</a:t>
            </a:r>
            <a:endParaRPr sz="1800">
              <a:latin typeface="Arial"/>
              <a:cs typeface="Arial"/>
            </a:endParaRPr>
          </a:p>
          <a:p>
            <a:pPr marR="1967864" algn="r">
              <a:lnSpc>
                <a:spcPct val="100000"/>
              </a:lnSpc>
              <a:spcBef>
                <a:spcPts val="1900"/>
              </a:spcBef>
            </a:pPr>
            <a:r>
              <a:rPr sz="2050" i="1" spc="80" dirty="0">
                <a:latin typeface="Times New Roman"/>
                <a:cs typeface="Times New Roman"/>
              </a:rPr>
              <a:t>v</a:t>
            </a:r>
            <a:r>
              <a:rPr sz="2550" i="1" spc="-15" baseline="-16339" dirty="0">
                <a:latin typeface="Times New Roman"/>
                <a:cs typeface="Times New Roman"/>
              </a:rPr>
              <a:t>C</a:t>
            </a:r>
            <a:endParaRPr sz="2550" baseline="-16339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81401" y="4187825"/>
            <a:ext cx="538480" cy="276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sz="1800" b="1" dirty="0">
                <a:latin typeface="Times New Roman"/>
                <a:cs typeface="Times New Roman"/>
              </a:rPr>
              <a:t>0.5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6290" y="925190"/>
            <a:ext cx="2952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80" dirty="0">
                <a:latin typeface="Times New Roman"/>
                <a:cs typeface="Times New Roman"/>
              </a:rPr>
              <a:t>v</a:t>
            </a:r>
            <a:r>
              <a:rPr sz="2550" i="1" spc="-15" baseline="-16339" dirty="0">
                <a:latin typeface="Times New Roman"/>
                <a:cs typeface="Times New Roman"/>
              </a:rPr>
              <a:t>C</a:t>
            </a:r>
            <a:endParaRPr sz="2550" baseline="-16339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4028" y="2022045"/>
            <a:ext cx="352425" cy="372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i="1" spc="5" dirty="0">
                <a:latin typeface="Times New Roman"/>
                <a:cs typeface="Times New Roman"/>
              </a:rPr>
              <a:t>v</a:t>
            </a:r>
            <a:r>
              <a:rPr sz="2250" i="1" spc="-434" dirty="0">
                <a:latin typeface="Times New Roman"/>
                <a:cs typeface="Times New Roman"/>
              </a:rPr>
              <a:t> </a:t>
            </a:r>
            <a:r>
              <a:rPr sz="2850" i="1" spc="-7" baseline="-16081" dirty="0">
                <a:latin typeface="Times New Roman"/>
                <a:cs typeface="Times New Roman"/>
              </a:rPr>
              <a:t>D</a:t>
            </a:r>
            <a:endParaRPr sz="2850" baseline="-1608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1700" y="114300"/>
            <a:ext cx="0" cy="3024505"/>
          </a:xfrm>
          <a:custGeom>
            <a:avLst/>
            <a:gdLst/>
            <a:ahLst/>
            <a:cxnLst/>
            <a:rect l="l" t="t" r="r" b="b"/>
            <a:pathLst>
              <a:path h="3024505">
                <a:moveTo>
                  <a:pt x="0" y="3024124"/>
                </a:moveTo>
                <a:lnTo>
                  <a:pt x="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27300" y="200025"/>
            <a:ext cx="914400" cy="1190625"/>
          </a:xfrm>
          <a:custGeom>
            <a:avLst/>
            <a:gdLst/>
            <a:ahLst/>
            <a:cxnLst/>
            <a:rect l="l" t="t" r="r" b="b"/>
            <a:pathLst>
              <a:path w="914400" h="1190625">
                <a:moveTo>
                  <a:pt x="0" y="1190625"/>
                </a:moveTo>
                <a:lnTo>
                  <a:pt x="91440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9000" y="609600"/>
            <a:ext cx="1584325" cy="1485900"/>
          </a:xfrm>
          <a:custGeom>
            <a:avLst/>
            <a:gdLst/>
            <a:ahLst/>
            <a:cxnLst/>
            <a:rect l="l" t="t" r="r" b="b"/>
            <a:pathLst>
              <a:path w="1584325" h="1485900">
                <a:moveTo>
                  <a:pt x="0" y="0"/>
                </a:moveTo>
                <a:lnTo>
                  <a:pt x="1584325" y="148590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73350" y="1357375"/>
            <a:ext cx="128905" cy="157480"/>
          </a:xfrm>
          <a:custGeom>
            <a:avLst/>
            <a:gdLst/>
            <a:ahLst/>
            <a:cxnLst/>
            <a:rect l="l" t="t" r="r" b="b"/>
            <a:pathLst>
              <a:path w="128905" h="157480">
                <a:moveTo>
                  <a:pt x="0" y="157099"/>
                </a:moveTo>
                <a:lnTo>
                  <a:pt x="12865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1125" y="1235075"/>
            <a:ext cx="138430" cy="123825"/>
          </a:xfrm>
          <a:custGeom>
            <a:avLst/>
            <a:gdLst/>
            <a:ahLst/>
            <a:cxnLst/>
            <a:rect l="l" t="t" r="r" b="b"/>
            <a:pathLst>
              <a:path w="138430" h="123825">
                <a:moveTo>
                  <a:pt x="0" y="0"/>
                </a:moveTo>
                <a:lnTo>
                  <a:pt x="138175" y="123825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0450" y="1811401"/>
            <a:ext cx="271525" cy="166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44775" y="134937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30">
                <a:moveTo>
                  <a:pt x="27050" y="0"/>
                </a:moveTo>
                <a:lnTo>
                  <a:pt x="7874" y="0"/>
                </a:lnTo>
                <a:lnTo>
                  <a:pt x="0" y="8127"/>
                </a:lnTo>
                <a:lnTo>
                  <a:pt x="0" y="28321"/>
                </a:lnTo>
                <a:lnTo>
                  <a:pt x="7874" y="36575"/>
                </a:lnTo>
                <a:lnTo>
                  <a:pt x="27050" y="36575"/>
                </a:lnTo>
                <a:lnTo>
                  <a:pt x="34925" y="28321"/>
                </a:lnTo>
                <a:lnTo>
                  <a:pt x="34925" y="8127"/>
                </a:lnTo>
                <a:lnTo>
                  <a:pt x="270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44775" y="134937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30">
                <a:moveTo>
                  <a:pt x="0" y="18287"/>
                </a:moveTo>
                <a:lnTo>
                  <a:pt x="0" y="8127"/>
                </a:lnTo>
                <a:lnTo>
                  <a:pt x="7874" y="0"/>
                </a:lnTo>
                <a:lnTo>
                  <a:pt x="17525" y="0"/>
                </a:lnTo>
                <a:lnTo>
                  <a:pt x="27050" y="0"/>
                </a:lnTo>
                <a:lnTo>
                  <a:pt x="34925" y="8127"/>
                </a:lnTo>
                <a:lnTo>
                  <a:pt x="34925" y="18287"/>
                </a:lnTo>
                <a:lnTo>
                  <a:pt x="34925" y="28321"/>
                </a:lnTo>
                <a:lnTo>
                  <a:pt x="27050" y="36575"/>
                </a:lnTo>
                <a:lnTo>
                  <a:pt x="7874" y="36575"/>
                </a:lnTo>
                <a:lnTo>
                  <a:pt x="0" y="28321"/>
                </a:lnTo>
                <a:lnTo>
                  <a:pt x="0" y="18287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44875" y="279234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575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32276" y="2792348"/>
            <a:ext cx="0" cy="347980"/>
          </a:xfrm>
          <a:custGeom>
            <a:avLst/>
            <a:gdLst/>
            <a:ahLst/>
            <a:cxnLst/>
            <a:rect l="l" t="t" r="r" b="b"/>
            <a:pathLst>
              <a:path h="347980">
                <a:moveTo>
                  <a:pt x="0" y="0"/>
                </a:moveTo>
                <a:lnTo>
                  <a:pt x="0" y="347725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41776" y="29733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90" y="1446"/>
                </a:lnTo>
                <a:lnTo>
                  <a:pt x="5318" y="5381"/>
                </a:lnTo>
                <a:lnTo>
                  <a:pt x="1426" y="11197"/>
                </a:lnTo>
                <a:lnTo>
                  <a:pt x="0" y="18287"/>
                </a:lnTo>
                <a:lnTo>
                  <a:pt x="1426" y="25431"/>
                </a:lnTo>
                <a:lnTo>
                  <a:pt x="5318" y="31241"/>
                </a:lnTo>
                <a:lnTo>
                  <a:pt x="11090" y="35147"/>
                </a:lnTo>
                <a:lnTo>
                  <a:pt x="18161" y="36575"/>
                </a:lnTo>
                <a:lnTo>
                  <a:pt x="25304" y="35147"/>
                </a:lnTo>
                <a:lnTo>
                  <a:pt x="31114" y="31241"/>
                </a:lnTo>
                <a:lnTo>
                  <a:pt x="35020" y="25431"/>
                </a:lnTo>
                <a:lnTo>
                  <a:pt x="36449" y="18287"/>
                </a:lnTo>
                <a:lnTo>
                  <a:pt x="35020" y="11197"/>
                </a:lnTo>
                <a:lnTo>
                  <a:pt x="31114" y="5381"/>
                </a:lnTo>
                <a:lnTo>
                  <a:pt x="25304" y="1446"/>
                </a:lnTo>
                <a:lnTo>
                  <a:pt x="181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41776" y="29733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0" y="18287"/>
                </a:moveTo>
                <a:lnTo>
                  <a:pt x="1426" y="11197"/>
                </a:lnTo>
                <a:lnTo>
                  <a:pt x="5318" y="5381"/>
                </a:lnTo>
                <a:lnTo>
                  <a:pt x="11090" y="1446"/>
                </a:lnTo>
                <a:lnTo>
                  <a:pt x="18161" y="0"/>
                </a:lnTo>
                <a:lnTo>
                  <a:pt x="25304" y="1446"/>
                </a:lnTo>
                <a:lnTo>
                  <a:pt x="31114" y="5381"/>
                </a:lnTo>
                <a:lnTo>
                  <a:pt x="35020" y="11197"/>
                </a:lnTo>
                <a:lnTo>
                  <a:pt x="36449" y="18287"/>
                </a:lnTo>
                <a:lnTo>
                  <a:pt x="35020" y="25431"/>
                </a:lnTo>
                <a:lnTo>
                  <a:pt x="31114" y="31241"/>
                </a:lnTo>
                <a:lnTo>
                  <a:pt x="25304" y="35147"/>
                </a:lnTo>
                <a:lnTo>
                  <a:pt x="18161" y="36575"/>
                </a:lnTo>
                <a:lnTo>
                  <a:pt x="11090" y="35147"/>
                </a:lnTo>
                <a:lnTo>
                  <a:pt x="5318" y="31241"/>
                </a:lnTo>
                <a:lnTo>
                  <a:pt x="1426" y="25431"/>
                </a:lnTo>
                <a:lnTo>
                  <a:pt x="0" y="18287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2650" y="60490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287" y="0"/>
                </a:moveTo>
                <a:lnTo>
                  <a:pt x="11144" y="1426"/>
                </a:lnTo>
                <a:lnTo>
                  <a:pt x="5334" y="5318"/>
                </a:lnTo>
                <a:lnTo>
                  <a:pt x="1428" y="11090"/>
                </a:lnTo>
                <a:lnTo>
                  <a:pt x="0" y="18161"/>
                </a:lnTo>
                <a:lnTo>
                  <a:pt x="1428" y="25304"/>
                </a:lnTo>
                <a:lnTo>
                  <a:pt x="5334" y="31114"/>
                </a:lnTo>
                <a:lnTo>
                  <a:pt x="11144" y="35020"/>
                </a:lnTo>
                <a:lnTo>
                  <a:pt x="18287" y="36449"/>
                </a:lnTo>
                <a:lnTo>
                  <a:pt x="25378" y="35020"/>
                </a:lnTo>
                <a:lnTo>
                  <a:pt x="31194" y="31114"/>
                </a:lnTo>
                <a:lnTo>
                  <a:pt x="35129" y="25304"/>
                </a:lnTo>
                <a:lnTo>
                  <a:pt x="36575" y="18161"/>
                </a:lnTo>
                <a:lnTo>
                  <a:pt x="35129" y="11090"/>
                </a:lnTo>
                <a:lnTo>
                  <a:pt x="31194" y="5318"/>
                </a:lnTo>
                <a:lnTo>
                  <a:pt x="25378" y="1426"/>
                </a:lnTo>
                <a:lnTo>
                  <a:pt x="182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2650" y="60490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0" y="18161"/>
                </a:moveTo>
                <a:lnTo>
                  <a:pt x="1428" y="11090"/>
                </a:lnTo>
                <a:lnTo>
                  <a:pt x="5334" y="5318"/>
                </a:lnTo>
                <a:lnTo>
                  <a:pt x="11144" y="1426"/>
                </a:lnTo>
                <a:lnTo>
                  <a:pt x="18287" y="0"/>
                </a:lnTo>
                <a:lnTo>
                  <a:pt x="25378" y="1426"/>
                </a:lnTo>
                <a:lnTo>
                  <a:pt x="31194" y="5318"/>
                </a:lnTo>
                <a:lnTo>
                  <a:pt x="35129" y="11090"/>
                </a:lnTo>
                <a:lnTo>
                  <a:pt x="36575" y="18161"/>
                </a:lnTo>
                <a:lnTo>
                  <a:pt x="35129" y="25304"/>
                </a:lnTo>
                <a:lnTo>
                  <a:pt x="31194" y="31114"/>
                </a:lnTo>
                <a:lnTo>
                  <a:pt x="25378" y="35020"/>
                </a:lnTo>
                <a:lnTo>
                  <a:pt x="18287" y="36449"/>
                </a:lnTo>
                <a:lnTo>
                  <a:pt x="11144" y="35020"/>
                </a:lnTo>
                <a:lnTo>
                  <a:pt x="5334" y="31114"/>
                </a:lnTo>
                <a:lnTo>
                  <a:pt x="1428" y="25304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5825" y="195326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27050" y="0"/>
                </a:moveTo>
                <a:lnTo>
                  <a:pt x="7874" y="0"/>
                </a:lnTo>
                <a:lnTo>
                  <a:pt x="0" y="8127"/>
                </a:lnTo>
                <a:lnTo>
                  <a:pt x="0" y="28321"/>
                </a:lnTo>
                <a:lnTo>
                  <a:pt x="7874" y="36449"/>
                </a:lnTo>
                <a:lnTo>
                  <a:pt x="27050" y="36449"/>
                </a:lnTo>
                <a:lnTo>
                  <a:pt x="34925" y="28321"/>
                </a:lnTo>
                <a:lnTo>
                  <a:pt x="34925" y="8127"/>
                </a:lnTo>
                <a:lnTo>
                  <a:pt x="2705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5825" y="195326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0" y="18160"/>
                </a:moveTo>
                <a:lnTo>
                  <a:pt x="0" y="8127"/>
                </a:lnTo>
                <a:lnTo>
                  <a:pt x="7874" y="0"/>
                </a:lnTo>
                <a:lnTo>
                  <a:pt x="17525" y="0"/>
                </a:lnTo>
                <a:lnTo>
                  <a:pt x="27050" y="0"/>
                </a:lnTo>
                <a:lnTo>
                  <a:pt x="34925" y="8127"/>
                </a:lnTo>
                <a:lnTo>
                  <a:pt x="34925" y="18160"/>
                </a:lnTo>
                <a:lnTo>
                  <a:pt x="34925" y="28321"/>
                </a:lnTo>
                <a:lnTo>
                  <a:pt x="27050" y="36449"/>
                </a:lnTo>
                <a:lnTo>
                  <a:pt x="7874" y="36449"/>
                </a:lnTo>
                <a:lnTo>
                  <a:pt x="0" y="28321"/>
                </a:lnTo>
                <a:lnTo>
                  <a:pt x="0" y="18160"/>
                </a:lnTo>
                <a:close/>
              </a:path>
            </a:pathLst>
          </a:custGeom>
          <a:ln w="254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73322" y="26923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800" spc="-7" baseline="-20833" dirty="0">
                <a:solidFill>
                  <a:srgbClr val="6F2F9F"/>
                </a:solidFill>
                <a:latin typeface="Arial"/>
                <a:cs typeface="Arial"/>
              </a:rPr>
              <a:t>2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(IC for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link</a:t>
            </a:r>
            <a:r>
              <a:rPr sz="1800" spc="-2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BD)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4198" y="5359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71798" y="403352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1150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	(IC for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link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76350" y="385825"/>
            <a:ext cx="0" cy="2910205"/>
          </a:xfrm>
          <a:custGeom>
            <a:avLst/>
            <a:gdLst/>
            <a:ahLst/>
            <a:cxnLst/>
            <a:rect l="l" t="t" r="r" b="b"/>
            <a:pathLst>
              <a:path h="2910204">
                <a:moveTo>
                  <a:pt x="0" y="2909824"/>
                </a:moveTo>
                <a:lnTo>
                  <a:pt x="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1950" y="392175"/>
            <a:ext cx="914400" cy="1190625"/>
          </a:xfrm>
          <a:custGeom>
            <a:avLst/>
            <a:gdLst/>
            <a:ahLst/>
            <a:cxnLst/>
            <a:rect l="l" t="t" r="r" b="b"/>
            <a:pathLst>
              <a:path w="914400" h="1190625">
                <a:moveTo>
                  <a:pt x="0" y="1190625"/>
                </a:moveTo>
                <a:lnTo>
                  <a:pt x="914400" y="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299717" y="180797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52117" y="31369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60475" y="38582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27050" y="0"/>
                </a:moveTo>
                <a:lnTo>
                  <a:pt x="7823" y="0"/>
                </a:lnTo>
                <a:lnTo>
                  <a:pt x="0" y="8127"/>
                </a:lnTo>
                <a:lnTo>
                  <a:pt x="0" y="28321"/>
                </a:lnTo>
                <a:lnTo>
                  <a:pt x="7823" y="36449"/>
                </a:lnTo>
                <a:lnTo>
                  <a:pt x="27050" y="36449"/>
                </a:lnTo>
                <a:lnTo>
                  <a:pt x="34925" y="28321"/>
                </a:lnTo>
                <a:lnTo>
                  <a:pt x="34925" y="8127"/>
                </a:lnTo>
                <a:lnTo>
                  <a:pt x="2705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60475" y="38582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0" y="18161"/>
                </a:moveTo>
                <a:lnTo>
                  <a:pt x="0" y="8127"/>
                </a:lnTo>
                <a:lnTo>
                  <a:pt x="7823" y="0"/>
                </a:lnTo>
                <a:lnTo>
                  <a:pt x="17525" y="0"/>
                </a:lnTo>
                <a:lnTo>
                  <a:pt x="27050" y="0"/>
                </a:lnTo>
                <a:lnTo>
                  <a:pt x="34925" y="8127"/>
                </a:lnTo>
                <a:lnTo>
                  <a:pt x="34925" y="18161"/>
                </a:lnTo>
                <a:lnTo>
                  <a:pt x="34925" y="28321"/>
                </a:lnTo>
                <a:lnTo>
                  <a:pt x="27050" y="36449"/>
                </a:lnTo>
                <a:lnTo>
                  <a:pt x="7823" y="36449"/>
                </a:lnTo>
                <a:lnTo>
                  <a:pt x="0" y="28321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2425" y="1574800"/>
            <a:ext cx="930275" cy="1733550"/>
          </a:xfrm>
          <a:custGeom>
            <a:avLst/>
            <a:gdLst/>
            <a:ahLst/>
            <a:cxnLst/>
            <a:rect l="l" t="t" r="r" b="b"/>
            <a:pathLst>
              <a:path w="930275" h="1733550">
                <a:moveTo>
                  <a:pt x="0" y="0"/>
                </a:moveTo>
                <a:lnTo>
                  <a:pt x="930275" y="1733550"/>
                </a:lnTo>
              </a:path>
            </a:pathLst>
          </a:custGeom>
          <a:ln w="19050">
            <a:solidFill>
              <a:srgbClr val="B6D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6075" y="157327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30">
                <a:moveTo>
                  <a:pt x="27101" y="0"/>
                </a:moveTo>
                <a:lnTo>
                  <a:pt x="7823" y="0"/>
                </a:lnTo>
                <a:lnTo>
                  <a:pt x="0" y="8127"/>
                </a:lnTo>
                <a:lnTo>
                  <a:pt x="0" y="28321"/>
                </a:lnTo>
                <a:lnTo>
                  <a:pt x="7823" y="36449"/>
                </a:lnTo>
                <a:lnTo>
                  <a:pt x="27101" y="36449"/>
                </a:lnTo>
                <a:lnTo>
                  <a:pt x="34925" y="28321"/>
                </a:lnTo>
                <a:lnTo>
                  <a:pt x="34925" y="8127"/>
                </a:lnTo>
                <a:lnTo>
                  <a:pt x="2710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6075" y="1573275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30">
                <a:moveTo>
                  <a:pt x="0" y="18161"/>
                </a:moveTo>
                <a:lnTo>
                  <a:pt x="0" y="8127"/>
                </a:lnTo>
                <a:lnTo>
                  <a:pt x="7823" y="0"/>
                </a:lnTo>
                <a:lnTo>
                  <a:pt x="17462" y="0"/>
                </a:lnTo>
                <a:lnTo>
                  <a:pt x="27101" y="0"/>
                </a:lnTo>
                <a:lnTo>
                  <a:pt x="34925" y="8127"/>
                </a:lnTo>
                <a:lnTo>
                  <a:pt x="34925" y="18161"/>
                </a:lnTo>
                <a:lnTo>
                  <a:pt x="34925" y="28321"/>
                </a:lnTo>
                <a:lnTo>
                  <a:pt x="27101" y="36449"/>
                </a:lnTo>
                <a:lnTo>
                  <a:pt x="7823" y="36449"/>
                </a:lnTo>
                <a:lnTo>
                  <a:pt x="0" y="28321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60475" y="3287776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27050" y="0"/>
                </a:moveTo>
                <a:lnTo>
                  <a:pt x="7823" y="0"/>
                </a:lnTo>
                <a:lnTo>
                  <a:pt x="0" y="8127"/>
                </a:lnTo>
                <a:lnTo>
                  <a:pt x="0" y="28321"/>
                </a:lnTo>
                <a:lnTo>
                  <a:pt x="7823" y="36449"/>
                </a:lnTo>
                <a:lnTo>
                  <a:pt x="27050" y="36449"/>
                </a:lnTo>
                <a:lnTo>
                  <a:pt x="34925" y="28321"/>
                </a:lnTo>
                <a:lnTo>
                  <a:pt x="34925" y="8127"/>
                </a:lnTo>
                <a:lnTo>
                  <a:pt x="2705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60475" y="3287776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0" y="18161"/>
                </a:moveTo>
                <a:lnTo>
                  <a:pt x="0" y="8127"/>
                </a:lnTo>
                <a:lnTo>
                  <a:pt x="7823" y="0"/>
                </a:lnTo>
                <a:lnTo>
                  <a:pt x="17525" y="0"/>
                </a:lnTo>
                <a:lnTo>
                  <a:pt x="27050" y="0"/>
                </a:lnTo>
                <a:lnTo>
                  <a:pt x="34925" y="8127"/>
                </a:lnTo>
                <a:lnTo>
                  <a:pt x="34925" y="18161"/>
                </a:lnTo>
                <a:lnTo>
                  <a:pt x="34925" y="28321"/>
                </a:lnTo>
                <a:lnTo>
                  <a:pt x="27050" y="36449"/>
                </a:lnTo>
                <a:lnTo>
                  <a:pt x="7823" y="36449"/>
                </a:lnTo>
                <a:lnTo>
                  <a:pt x="0" y="28321"/>
                </a:lnTo>
                <a:lnTo>
                  <a:pt x="0" y="18161"/>
                </a:lnTo>
                <a:close/>
              </a:path>
            </a:pathLst>
          </a:custGeom>
          <a:ln w="254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50063" y="154025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25117" y="3159633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4067" y="2473833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30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endParaRPr sz="1800" baseline="25462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7664" y="1457705"/>
            <a:ext cx="490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105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endParaRPr sz="1800" baseline="25462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2367" y="759078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45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endParaRPr sz="1800" baseline="25462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18699" y="2185572"/>
            <a:ext cx="328930" cy="539750"/>
          </a:xfrm>
          <a:custGeom>
            <a:avLst/>
            <a:gdLst/>
            <a:ahLst/>
            <a:cxnLst/>
            <a:rect l="l" t="t" r="r" b="b"/>
            <a:pathLst>
              <a:path w="328930" h="539750">
                <a:moveTo>
                  <a:pt x="109080" y="0"/>
                </a:moveTo>
                <a:lnTo>
                  <a:pt x="68280" y="10806"/>
                </a:lnTo>
                <a:lnTo>
                  <a:pt x="22343" y="38419"/>
                </a:lnTo>
                <a:lnTo>
                  <a:pt x="726" y="71417"/>
                </a:lnTo>
                <a:lnTo>
                  <a:pt x="0" y="80900"/>
                </a:lnTo>
                <a:lnTo>
                  <a:pt x="4" y="81885"/>
                </a:lnTo>
                <a:lnTo>
                  <a:pt x="21320" y="120763"/>
                </a:lnTo>
                <a:lnTo>
                  <a:pt x="51403" y="128537"/>
                </a:lnTo>
                <a:lnTo>
                  <a:pt x="60344" y="127732"/>
                </a:lnTo>
                <a:lnTo>
                  <a:pt x="104426" y="111730"/>
                </a:lnTo>
                <a:lnTo>
                  <a:pt x="43022" y="109444"/>
                </a:lnTo>
                <a:lnTo>
                  <a:pt x="35535" y="107660"/>
                </a:lnTo>
                <a:lnTo>
                  <a:pt x="17668" y="81885"/>
                </a:lnTo>
                <a:lnTo>
                  <a:pt x="18853" y="75031"/>
                </a:lnTo>
                <a:lnTo>
                  <a:pt x="49060" y="44072"/>
                </a:lnTo>
                <a:lnTo>
                  <a:pt x="96647" y="22020"/>
                </a:lnTo>
                <a:lnTo>
                  <a:pt x="150397" y="19274"/>
                </a:lnTo>
                <a:lnTo>
                  <a:pt x="150124" y="18823"/>
                </a:lnTo>
                <a:lnTo>
                  <a:pt x="117458" y="271"/>
                </a:lnTo>
                <a:lnTo>
                  <a:pt x="109080" y="0"/>
                </a:lnTo>
                <a:close/>
              </a:path>
              <a:path w="328930" h="539750">
                <a:moveTo>
                  <a:pt x="150397" y="19274"/>
                </a:moveTo>
                <a:lnTo>
                  <a:pt x="119145" y="19274"/>
                </a:lnTo>
                <a:lnTo>
                  <a:pt x="128607" y="20544"/>
                </a:lnTo>
                <a:lnTo>
                  <a:pt x="135440" y="25370"/>
                </a:lnTo>
                <a:lnTo>
                  <a:pt x="139643" y="33625"/>
                </a:lnTo>
                <a:lnTo>
                  <a:pt x="141974" y="39957"/>
                </a:lnTo>
                <a:lnTo>
                  <a:pt x="142566" y="46563"/>
                </a:lnTo>
                <a:lnTo>
                  <a:pt x="141417" y="53431"/>
                </a:lnTo>
                <a:lnTo>
                  <a:pt x="111228" y="84462"/>
                </a:lnTo>
                <a:lnTo>
                  <a:pt x="64132" y="106586"/>
                </a:lnTo>
                <a:lnTo>
                  <a:pt x="43022" y="109444"/>
                </a:lnTo>
                <a:lnTo>
                  <a:pt x="108691" y="109444"/>
                </a:lnTo>
                <a:lnTo>
                  <a:pt x="142402" y="85925"/>
                </a:lnTo>
                <a:lnTo>
                  <a:pt x="160484" y="41626"/>
                </a:lnTo>
                <a:lnTo>
                  <a:pt x="158554" y="34006"/>
                </a:lnTo>
                <a:lnTo>
                  <a:pt x="154553" y="26132"/>
                </a:lnTo>
                <a:lnTo>
                  <a:pt x="150397" y="19274"/>
                </a:lnTo>
                <a:close/>
              </a:path>
              <a:path w="328930" h="539750">
                <a:moveTo>
                  <a:pt x="67101" y="165705"/>
                </a:moveTo>
                <a:lnTo>
                  <a:pt x="46730" y="176119"/>
                </a:lnTo>
                <a:lnTo>
                  <a:pt x="57144" y="196566"/>
                </a:lnTo>
                <a:lnTo>
                  <a:pt x="77515" y="186152"/>
                </a:lnTo>
                <a:lnTo>
                  <a:pt x="67101" y="165705"/>
                </a:lnTo>
                <a:close/>
              </a:path>
              <a:path w="328930" h="539750">
                <a:moveTo>
                  <a:pt x="108897" y="203551"/>
                </a:moveTo>
                <a:lnTo>
                  <a:pt x="85387" y="241778"/>
                </a:lnTo>
                <a:lnTo>
                  <a:pt x="85406" y="244254"/>
                </a:lnTo>
                <a:lnTo>
                  <a:pt x="99188" y="282146"/>
                </a:lnTo>
                <a:lnTo>
                  <a:pt x="139589" y="301591"/>
                </a:lnTo>
                <a:lnTo>
                  <a:pt x="149640" y="300991"/>
                </a:lnTo>
                <a:lnTo>
                  <a:pt x="159626" y="298630"/>
                </a:lnTo>
                <a:lnTo>
                  <a:pt x="169552" y="294483"/>
                </a:lnTo>
                <a:lnTo>
                  <a:pt x="179043" y="288575"/>
                </a:lnTo>
                <a:lnTo>
                  <a:pt x="186492" y="281751"/>
                </a:lnTo>
                <a:lnTo>
                  <a:pt x="135105" y="281751"/>
                </a:lnTo>
                <a:lnTo>
                  <a:pt x="127832" y="280513"/>
                </a:lnTo>
                <a:lnTo>
                  <a:pt x="102420" y="249271"/>
                </a:lnTo>
                <a:lnTo>
                  <a:pt x="104439" y="241778"/>
                </a:lnTo>
                <a:lnTo>
                  <a:pt x="106546" y="236372"/>
                </a:lnTo>
                <a:lnTo>
                  <a:pt x="109859" y="231205"/>
                </a:lnTo>
                <a:lnTo>
                  <a:pt x="114376" y="226276"/>
                </a:lnTo>
                <a:lnTo>
                  <a:pt x="120098" y="221585"/>
                </a:lnTo>
                <a:lnTo>
                  <a:pt x="108897" y="203551"/>
                </a:lnTo>
                <a:close/>
              </a:path>
              <a:path w="328930" h="539750">
                <a:moveTo>
                  <a:pt x="223285" y="166848"/>
                </a:moveTo>
                <a:lnTo>
                  <a:pt x="141231" y="191105"/>
                </a:lnTo>
                <a:lnTo>
                  <a:pt x="147644" y="209012"/>
                </a:lnTo>
                <a:lnTo>
                  <a:pt x="153169" y="209520"/>
                </a:lnTo>
                <a:lnTo>
                  <a:pt x="158427" y="211425"/>
                </a:lnTo>
                <a:lnTo>
                  <a:pt x="179500" y="248128"/>
                </a:lnTo>
                <a:lnTo>
                  <a:pt x="179377" y="249271"/>
                </a:lnTo>
                <a:lnTo>
                  <a:pt x="150312" y="279655"/>
                </a:lnTo>
                <a:lnTo>
                  <a:pt x="135105" y="281751"/>
                </a:lnTo>
                <a:lnTo>
                  <a:pt x="186492" y="281751"/>
                </a:lnTo>
                <a:lnTo>
                  <a:pt x="199260" y="244254"/>
                </a:lnTo>
                <a:lnTo>
                  <a:pt x="197429" y="234586"/>
                </a:lnTo>
                <a:lnTo>
                  <a:pt x="170339" y="202154"/>
                </a:lnTo>
                <a:lnTo>
                  <a:pt x="213506" y="189962"/>
                </a:lnTo>
                <a:lnTo>
                  <a:pt x="235098" y="189962"/>
                </a:lnTo>
                <a:lnTo>
                  <a:pt x="223285" y="166848"/>
                </a:lnTo>
                <a:close/>
              </a:path>
              <a:path w="328930" h="539750">
                <a:moveTo>
                  <a:pt x="235098" y="189962"/>
                </a:moveTo>
                <a:lnTo>
                  <a:pt x="213506" y="189962"/>
                </a:lnTo>
                <a:lnTo>
                  <a:pt x="243250" y="248128"/>
                </a:lnTo>
                <a:lnTo>
                  <a:pt x="260344" y="239365"/>
                </a:lnTo>
                <a:lnTo>
                  <a:pt x="235098" y="189962"/>
                </a:lnTo>
                <a:close/>
              </a:path>
              <a:path w="328930" h="539750">
                <a:moveTo>
                  <a:pt x="314522" y="439735"/>
                </a:moveTo>
                <a:lnTo>
                  <a:pt x="283460" y="439735"/>
                </a:lnTo>
                <a:lnTo>
                  <a:pt x="289364" y="440787"/>
                </a:lnTo>
                <a:lnTo>
                  <a:pt x="296806" y="443200"/>
                </a:lnTo>
                <a:lnTo>
                  <a:pt x="302419" y="448026"/>
                </a:lnTo>
                <a:lnTo>
                  <a:pt x="306216" y="455519"/>
                </a:lnTo>
                <a:lnTo>
                  <a:pt x="308325" y="459583"/>
                </a:lnTo>
                <a:lnTo>
                  <a:pt x="309188" y="463647"/>
                </a:lnTo>
                <a:lnTo>
                  <a:pt x="308464" y="471648"/>
                </a:lnTo>
                <a:lnTo>
                  <a:pt x="307004" y="475077"/>
                </a:lnTo>
                <a:lnTo>
                  <a:pt x="301898" y="480665"/>
                </a:lnTo>
                <a:lnTo>
                  <a:pt x="297047" y="483840"/>
                </a:lnTo>
                <a:lnTo>
                  <a:pt x="223412" y="521559"/>
                </a:lnTo>
                <a:lnTo>
                  <a:pt x="232518" y="539339"/>
                </a:lnTo>
                <a:lnTo>
                  <a:pt x="304959" y="502255"/>
                </a:lnTo>
                <a:lnTo>
                  <a:pt x="328827" y="473511"/>
                </a:lnTo>
                <a:lnTo>
                  <a:pt x="328689" y="466520"/>
                </a:lnTo>
                <a:lnTo>
                  <a:pt x="326998" y="459172"/>
                </a:lnTo>
                <a:lnTo>
                  <a:pt x="323755" y="451455"/>
                </a:lnTo>
                <a:lnTo>
                  <a:pt x="317707" y="442503"/>
                </a:lnTo>
                <a:lnTo>
                  <a:pt x="314522" y="439735"/>
                </a:lnTo>
                <a:close/>
              </a:path>
              <a:path w="328930" h="539750">
                <a:moveTo>
                  <a:pt x="283902" y="377160"/>
                </a:moveTo>
                <a:lnTo>
                  <a:pt x="252876" y="377160"/>
                </a:lnTo>
                <a:lnTo>
                  <a:pt x="258337" y="378176"/>
                </a:lnTo>
                <a:lnTo>
                  <a:pt x="268015" y="384018"/>
                </a:lnTo>
                <a:lnTo>
                  <a:pt x="271723" y="388082"/>
                </a:lnTo>
                <a:lnTo>
                  <a:pt x="277680" y="399639"/>
                </a:lnTo>
                <a:lnTo>
                  <a:pt x="278137" y="405481"/>
                </a:lnTo>
                <a:lnTo>
                  <a:pt x="273171" y="415387"/>
                </a:lnTo>
                <a:lnTo>
                  <a:pt x="267951" y="419832"/>
                </a:lnTo>
                <a:lnTo>
                  <a:pt x="191434" y="459075"/>
                </a:lnTo>
                <a:lnTo>
                  <a:pt x="200591" y="476855"/>
                </a:lnTo>
                <a:lnTo>
                  <a:pt x="261893" y="445486"/>
                </a:lnTo>
                <a:lnTo>
                  <a:pt x="269725" y="442108"/>
                </a:lnTo>
                <a:lnTo>
                  <a:pt x="276914" y="440183"/>
                </a:lnTo>
                <a:lnTo>
                  <a:pt x="283460" y="439735"/>
                </a:lnTo>
                <a:lnTo>
                  <a:pt x="314522" y="439735"/>
                </a:lnTo>
                <a:lnTo>
                  <a:pt x="309831" y="435659"/>
                </a:lnTo>
                <a:lnTo>
                  <a:pt x="300129" y="430934"/>
                </a:lnTo>
                <a:lnTo>
                  <a:pt x="288602" y="428341"/>
                </a:lnTo>
                <a:lnTo>
                  <a:pt x="293377" y="423388"/>
                </a:lnTo>
                <a:lnTo>
                  <a:pt x="296107" y="417546"/>
                </a:lnTo>
                <a:lnTo>
                  <a:pt x="297479" y="404211"/>
                </a:lnTo>
                <a:lnTo>
                  <a:pt x="295828" y="396972"/>
                </a:lnTo>
                <a:lnTo>
                  <a:pt x="291827" y="389098"/>
                </a:lnTo>
                <a:lnTo>
                  <a:pt x="288233" y="382113"/>
                </a:lnTo>
                <a:lnTo>
                  <a:pt x="283902" y="377160"/>
                </a:lnTo>
                <a:close/>
              </a:path>
              <a:path w="328930" h="539750">
                <a:moveTo>
                  <a:pt x="264891" y="342362"/>
                </a:moveTo>
                <a:lnTo>
                  <a:pt x="159354" y="396337"/>
                </a:lnTo>
                <a:lnTo>
                  <a:pt x="168510" y="414244"/>
                </a:lnTo>
                <a:lnTo>
                  <a:pt x="232861" y="381224"/>
                </a:lnTo>
                <a:lnTo>
                  <a:pt x="240710" y="378430"/>
                </a:lnTo>
                <a:lnTo>
                  <a:pt x="252876" y="377160"/>
                </a:lnTo>
                <a:lnTo>
                  <a:pt x="283902" y="377160"/>
                </a:lnTo>
                <a:lnTo>
                  <a:pt x="283458" y="376652"/>
                </a:lnTo>
                <a:lnTo>
                  <a:pt x="277502" y="372715"/>
                </a:lnTo>
                <a:lnTo>
                  <a:pt x="271545" y="368905"/>
                </a:lnTo>
                <a:lnTo>
                  <a:pt x="265132" y="366619"/>
                </a:lnTo>
                <a:lnTo>
                  <a:pt x="258261" y="365857"/>
                </a:lnTo>
                <a:lnTo>
                  <a:pt x="273069" y="358364"/>
                </a:lnTo>
                <a:lnTo>
                  <a:pt x="264891" y="342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7482" y="624840"/>
            <a:ext cx="605790" cy="666115"/>
          </a:xfrm>
          <a:custGeom>
            <a:avLst/>
            <a:gdLst/>
            <a:ahLst/>
            <a:cxnLst/>
            <a:rect l="l" t="t" r="r" b="b"/>
            <a:pathLst>
              <a:path w="605790" h="666115">
                <a:moveTo>
                  <a:pt x="43840" y="524383"/>
                </a:moveTo>
                <a:lnTo>
                  <a:pt x="36448" y="525399"/>
                </a:lnTo>
                <a:lnTo>
                  <a:pt x="29552" y="528447"/>
                </a:lnTo>
                <a:lnTo>
                  <a:pt x="22656" y="531368"/>
                </a:lnTo>
                <a:lnTo>
                  <a:pt x="628" y="564735"/>
                </a:lnTo>
                <a:lnTo>
                  <a:pt x="0" y="572262"/>
                </a:lnTo>
                <a:lnTo>
                  <a:pt x="697" y="579905"/>
                </a:lnTo>
                <a:lnTo>
                  <a:pt x="23490" y="619505"/>
                </a:lnTo>
                <a:lnTo>
                  <a:pt x="60415" y="649608"/>
                </a:lnTo>
                <a:lnTo>
                  <a:pt x="105105" y="665861"/>
                </a:lnTo>
                <a:lnTo>
                  <a:pt x="115518" y="664716"/>
                </a:lnTo>
                <a:lnTo>
                  <a:pt x="125063" y="661273"/>
                </a:lnTo>
                <a:lnTo>
                  <a:pt x="133740" y="655520"/>
                </a:lnTo>
                <a:lnTo>
                  <a:pt x="141554" y="647446"/>
                </a:lnTo>
                <a:lnTo>
                  <a:pt x="141903" y="646938"/>
                </a:lnTo>
                <a:lnTo>
                  <a:pt x="103708" y="646938"/>
                </a:lnTo>
                <a:lnTo>
                  <a:pt x="94556" y="644937"/>
                </a:lnTo>
                <a:lnTo>
                  <a:pt x="55905" y="620902"/>
                </a:lnTo>
                <a:lnTo>
                  <a:pt x="23458" y="587470"/>
                </a:lnTo>
                <a:lnTo>
                  <a:pt x="18003" y="571561"/>
                </a:lnTo>
                <a:lnTo>
                  <a:pt x="18370" y="565261"/>
                </a:lnTo>
                <a:lnTo>
                  <a:pt x="48882" y="543560"/>
                </a:lnTo>
                <a:lnTo>
                  <a:pt x="96106" y="543560"/>
                </a:lnTo>
                <a:lnTo>
                  <a:pt x="91974" y="540702"/>
                </a:lnTo>
                <a:lnTo>
                  <a:pt x="51739" y="525145"/>
                </a:lnTo>
                <a:lnTo>
                  <a:pt x="43840" y="524383"/>
                </a:lnTo>
                <a:close/>
              </a:path>
              <a:path w="605790" h="666115">
                <a:moveTo>
                  <a:pt x="96106" y="543560"/>
                </a:moveTo>
                <a:lnTo>
                  <a:pt x="48882" y="543560"/>
                </a:lnTo>
                <a:lnTo>
                  <a:pt x="57973" y="545558"/>
                </a:lnTo>
                <a:lnTo>
                  <a:pt x="68978" y="550592"/>
                </a:lnTo>
                <a:lnTo>
                  <a:pt x="110751" y="581699"/>
                </a:lnTo>
                <a:lnTo>
                  <a:pt x="134169" y="618083"/>
                </a:lnTo>
                <a:lnTo>
                  <a:pt x="133981" y="625046"/>
                </a:lnTo>
                <a:lnTo>
                  <a:pt x="103708" y="646938"/>
                </a:lnTo>
                <a:lnTo>
                  <a:pt x="141903" y="646938"/>
                </a:lnTo>
                <a:lnTo>
                  <a:pt x="146450" y="640326"/>
                </a:lnTo>
                <a:lnTo>
                  <a:pt x="149918" y="633063"/>
                </a:lnTo>
                <a:lnTo>
                  <a:pt x="151960" y="625657"/>
                </a:lnTo>
                <a:lnTo>
                  <a:pt x="152575" y="618083"/>
                </a:lnTo>
                <a:lnTo>
                  <a:pt x="151861" y="610465"/>
                </a:lnTo>
                <a:lnTo>
                  <a:pt x="129024" y="570992"/>
                </a:lnTo>
                <a:lnTo>
                  <a:pt x="100450" y="546564"/>
                </a:lnTo>
                <a:lnTo>
                  <a:pt x="96106" y="543560"/>
                </a:lnTo>
                <a:close/>
              </a:path>
              <a:path w="605790" h="666115">
                <a:moveTo>
                  <a:pt x="188455" y="547497"/>
                </a:moveTo>
                <a:lnTo>
                  <a:pt x="174167" y="565404"/>
                </a:lnTo>
                <a:lnTo>
                  <a:pt x="192049" y="579755"/>
                </a:lnTo>
                <a:lnTo>
                  <a:pt x="206336" y="561848"/>
                </a:lnTo>
                <a:lnTo>
                  <a:pt x="188455" y="547497"/>
                </a:lnTo>
                <a:close/>
              </a:path>
              <a:path w="605790" h="666115">
                <a:moveTo>
                  <a:pt x="201714" y="494030"/>
                </a:moveTo>
                <a:lnTo>
                  <a:pt x="191274" y="511429"/>
                </a:lnTo>
                <a:lnTo>
                  <a:pt x="199990" y="516145"/>
                </a:lnTo>
                <a:lnTo>
                  <a:pt x="208916" y="519064"/>
                </a:lnTo>
                <a:lnTo>
                  <a:pt x="218054" y="520197"/>
                </a:lnTo>
                <a:lnTo>
                  <a:pt x="227406" y="519557"/>
                </a:lnTo>
                <a:lnTo>
                  <a:pt x="236514" y="517102"/>
                </a:lnTo>
                <a:lnTo>
                  <a:pt x="244941" y="512968"/>
                </a:lnTo>
                <a:lnTo>
                  <a:pt x="252687" y="507144"/>
                </a:lnTo>
                <a:lnTo>
                  <a:pt x="258913" y="500512"/>
                </a:lnTo>
                <a:lnTo>
                  <a:pt x="222482" y="500512"/>
                </a:lnTo>
                <a:lnTo>
                  <a:pt x="216114" y="499570"/>
                </a:lnTo>
                <a:lnTo>
                  <a:pt x="209191" y="497413"/>
                </a:lnTo>
                <a:lnTo>
                  <a:pt x="201714" y="494030"/>
                </a:lnTo>
                <a:close/>
              </a:path>
              <a:path w="605790" h="666115">
                <a:moveTo>
                  <a:pt x="262659" y="433324"/>
                </a:moveTo>
                <a:lnTo>
                  <a:pt x="226136" y="433324"/>
                </a:lnTo>
                <a:lnTo>
                  <a:pt x="233959" y="435737"/>
                </a:lnTo>
                <a:lnTo>
                  <a:pt x="241173" y="441451"/>
                </a:lnTo>
                <a:lnTo>
                  <a:pt x="254228" y="471003"/>
                </a:lnTo>
                <a:lnTo>
                  <a:pt x="253066" y="477361"/>
                </a:lnTo>
                <a:lnTo>
                  <a:pt x="222482" y="500512"/>
                </a:lnTo>
                <a:lnTo>
                  <a:pt x="258913" y="500512"/>
                </a:lnTo>
                <a:lnTo>
                  <a:pt x="272723" y="459105"/>
                </a:lnTo>
                <a:lnTo>
                  <a:pt x="270891" y="449117"/>
                </a:lnTo>
                <a:lnTo>
                  <a:pt x="267158" y="439912"/>
                </a:lnTo>
                <a:lnTo>
                  <a:pt x="262659" y="433324"/>
                </a:lnTo>
                <a:close/>
              </a:path>
              <a:path w="605790" h="666115">
                <a:moveTo>
                  <a:pt x="163855" y="375412"/>
                </a:moveTo>
                <a:lnTo>
                  <a:pt x="128612" y="395859"/>
                </a:lnTo>
                <a:lnTo>
                  <a:pt x="117017" y="428117"/>
                </a:lnTo>
                <a:lnTo>
                  <a:pt x="118094" y="436592"/>
                </a:lnTo>
                <a:lnTo>
                  <a:pt x="120789" y="444865"/>
                </a:lnTo>
                <a:lnTo>
                  <a:pt x="125104" y="452923"/>
                </a:lnTo>
                <a:lnTo>
                  <a:pt x="131038" y="460756"/>
                </a:lnTo>
                <a:lnTo>
                  <a:pt x="146367" y="447294"/>
                </a:lnTo>
                <a:lnTo>
                  <a:pt x="139623" y="440055"/>
                </a:lnTo>
                <a:lnTo>
                  <a:pt x="135953" y="432815"/>
                </a:lnTo>
                <a:lnTo>
                  <a:pt x="134826" y="419238"/>
                </a:lnTo>
                <a:lnTo>
                  <a:pt x="134800" y="418502"/>
                </a:lnTo>
                <a:lnTo>
                  <a:pt x="136918" y="411861"/>
                </a:lnTo>
                <a:lnTo>
                  <a:pt x="141795" y="405764"/>
                </a:lnTo>
                <a:lnTo>
                  <a:pt x="146723" y="399669"/>
                </a:lnTo>
                <a:lnTo>
                  <a:pt x="152628" y="396113"/>
                </a:lnTo>
                <a:lnTo>
                  <a:pt x="166408" y="394335"/>
                </a:lnTo>
                <a:lnTo>
                  <a:pt x="200733" y="394335"/>
                </a:lnTo>
                <a:lnTo>
                  <a:pt x="197243" y="389382"/>
                </a:lnTo>
                <a:lnTo>
                  <a:pt x="191719" y="384937"/>
                </a:lnTo>
                <a:lnTo>
                  <a:pt x="185902" y="380364"/>
                </a:lnTo>
                <a:lnTo>
                  <a:pt x="179171" y="377444"/>
                </a:lnTo>
                <a:lnTo>
                  <a:pt x="163855" y="375412"/>
                </a:lnTo>
                <a:close/>
              </a:path>
              <a:path w="605790" h="666115">
                <a:moveTo>
                  <a:pt x="200733" y="394335"/>
                </a:moveTo>
                <a:lnTo>
                  <a:pt x="166408" y="394335"/>
                </a:lnTo>
                <a:lnTo>
                  <a:pt x="172732" y="396239"/>
                </a:lnTo>
                <a:lnTo>
                  <a:pt x="185750" y="406654"/>
                </a:lnTo>
                <a:lnTo>
                  <a:pt x="189001" y="413638"/>
                </a:lnTo>
                <a:lnTo>
                  <a:pt x="187426" y="429895"/>
                </a:lnTo>
                <a:lnTo>
                  <a:pt x="184365" y="437261"/>
                </a:lnTo>
                <a:lnTo>
                  <a:pt x="178523" y="444626"/>
                </a:lnTo>
                <a:lnTo>
                  <a:pt x="176834" y="446405"/>
                </a:lnTo>
                <a:lnTo>
                  <a:pt x="189217" y="459105"/>
                </a:lnTo>
                <a:lnTo>
                  <a:pt x="191592" y="453771"/>
                </a:lnTo>
                <a:lnTo>
                  <a:pt x="193954" y="449580"/>
                </a:lnTo>
                <a:lnTo>
                  <a:pt x="196623" y="446291"/>
                </a:lnTo>
                <a:lnTo>
                  <a:pt x="202133" y="439420"/>
                </a:lnTo>
                <a:lnTo>
                  <a:pt x="209257" y="435229"/>
                </a:lnTo>
                <a:lnTo>
                  <a:pt x="217690" y="434213"/>
                </a:lnTo>
                <a:lnTo>
                  <a:pt x="226136" y="433324"/>
                </a:lnTo>
                <a:lnTo>
                  <a:pt x="262659" y="433324"/>
                </a:lnTo>
                <a:lnTo>
                  <a:pt x="261570" y="431730"/>
                </a:lnTo>
                <a:lnTo>
                  <a:pt x="254126" y="424561"/>
                </a:lnTo>
                <a:lnTo>
                  <a:pt x="252306" y="423290"/>
                </a:lnTo>
                <a:lnTo>
                  <a:pt x="203555" y="423290"/>
                </a:lnTo>
                <a:lnTo>
                  <a:pt x="205524" y="415289"/>
                </a:lnTo>
                <a:lnTo>
                  <a:pt x="205422" y="408050"/>
                </a:lnTo>
                <a:lnTo>
                  <a:pt x="201091" y="394843"/>
                </a:lnTo>
                <a:lnTo>
                  <a:pt x="200733" y="394335"/>
                </a:lnTo>
                <a:close/>
              </a:path>
              <a:path w="605790" h="666115">
                <a:moveTo>
                  <a:pt x="228485" y="414274"/>
                </a:moveTo>
                <a:lnTo>
                  <a:pt x="221956" y="414754"/>
                </a:lnTo>
                <a:lnTo>
                  <a:pt x="215625" y="416401"/>
                </a:lnTo>
                <a:lnTo>
                  <a:pt x="209492" y="419238"/>
                </a:lnTo>
                <a:lnTo>
                  <a:pt x="203555" y="423290"/>
                </a:lnTo>
                <a:lnTo>
                  <a:pt x="252306" y="423290"/>
                </a:lnTo>
                <a:lnTo>
                  <a:pt x="247880" y="420203"/>
                </a:lnTo>
                <a:lnTo>
                  <a:pt x="241525" y="417036"/>
                </a:lnTo>
                <a:lnTo>
                  <a:pt x="235060" y="415059"/>
                </a:lnTo>
                <a:lnTo>
                  <a:pt x="228485" y="414274"/>
                </a:lnTo>
                <a:close/>
              </a:path>
              <a:path w="605790" h="666115">
                <a:moveTo>
                  <a:pt x="282168" y="395350"/>
                </a:moveTo>
                <a:lnTo>
                  <a:pt x="270395" y="412876"/>
                </a:lnTo>
                <a:lnTo>
                  <a:pt x="279166" y="417665"/>
                </a:lnTo>
                <a:lnTo>
                  <a:pt x="288085" y="420608"/>
                </a:lnTo>
                <a:lnTo>
                  <a:pt x="297154" y="421717"/>
                </a:lnTo>
                <a:lnTo>
                  <a:pt x="306374" y="421005"/>
                </a:lnTo>
                <a:lnTo>
                  <a:pt x="315371" y="418502"/>
                </a:lnTo>
                <a:lnTo>
                  <a:pt x="323786" y="414226"/>
                </a:lnTo>
                <a:lnTo>
                  <a:pt x="331620" y="408164"/>
                </a:lnTo>
                <a:lnTo>
                  <a:pt x="337742" y="401530"/>
                </a:lnTo>
                <a:lnTo>
                  <a:pt x="301233" y="401530"/>
                </a:lnTo>
                <a:lnTo>
                  <a:pt x="295143" y="400653"/>
                </a:lnTo>
                <a:lnTo>
                  <a:pt x="288788" y="398585"/>
                </a:lnTo>
                <a:lnTo>
                  <a:pt x="282168" y="395350"/>
                </a:lnTo>
                <a:close/>
              </a:path>
              <a:path w="605790" h="666115">
                <a:moveTo>
                  <a:pt x="336974" y="328675"/>
                </a:moveTo>
                <a:lnTo>
                  <a:pt x="289115" y="328675"/>
                </a:lnTo>
                <a:lnTo>
                  <a:pt x="295987" y="328751"/>
                </a:lnTo>
                <a:lnTo>
                  <a:pt x="302814" y="330327"/>
                </a:lnTo>
                <a:lnTo>
                  <a:pt x="330863" y="356862"/>
                </a:lnTo>
                <a:lnTo>
                  <a:pt x="333173" y="371103"/>
                </a:lnTo>
                <a:lnTo>
                  <a:pt x="332189" y="377809"/>
                </a:lnTo>
                <a:lnTo>
                  <a:pt x="301233" y="401530"/>
                </a:lnTo>
                <a:lnTo>
                  <a:pt x="337742" y="401530"/>
                </a:lnTo>
                <a:lnTo>
                  <a:pt x="338874" y="400304"/>
                </a:lnTo>
                <a:lnTo>
                  <a:pt x="345958" y="389441"/>
                </a:lnTo>
                <a:lnTo>
                  <a:pt x="350200" y="378174"/>
                </a:lnTo>
                <a:lnTo>
                  <a:pt x="351602" y="366478"/>
                </a:lnTo>
                <a:lnTo>
                  <a:pt x="350164" y="354330"/>
                </a:lnTo>
                <a:lnTo>
                  <a:pt x="347085" y="344618"/>
                </a:lnTo>
                <a:lnTo>
                  <a:pt x="342404" y="335692"/>
                </a:lnTo>
                <a:lnTo>
                  <a:pt x="336974" y="328675"/>
                </a:lnTo>
                <a:close/>
              </a:path>
              <a:path w="605790" h="666115">
                <a:moveTo>
                  <a:pt x="240664" y="260223"/>
                </a:moveTo>
                <a:lnTo>
                  <a:pt x="189890" y="323723"/>
                </a:lnTo>
                <a:lnTo>
                  <a:pt x="245681" y="388620"/>
                </a:lnTo>
                <a:lnTo>
                  <a:pt x="259372" y="375412"/>
                </a:lnTo>
                <a:lnTo>
                  <a:pt x="257556" y="370077"/>
                </a:lnTo>
                <a:lnTo>
                  <a:pt x="257136" y="364617"/>
                </a:lnTo>
                <a:lnTo>
                  <a:pt x="258283" y="357505"/>
                </a:lnTo>
                <a:lnTo>
                  <a:pt x="243789" y="357505"/>
                </a:lnTo>
                <a:lnTo>
                  <a:pt x="214922" y="323214"/>
                </a:lnTo>
                <a:lnTo>
                  <a:pt x="255663" y="272161"/>
                </a:lnTo>
                <a:lnTo>
                  <a:pt x="240664" y="260223"/>
                </a:lnTo>
                <a:close/>
              </a:path>
              <a:path w="605790" h="666115">
                <a:moveTo>
                  <a:pt x="299456" y="307881"/>
                </a:moveTo>
                <a:lnTo>
                  <a:pt x="262204" y="319440"/>
                </a:lnTo>
                <a:lnTo>
                  <a:pt x="243789" y="357505"/>
                </a:lnTo>
                <a:lnTo>
                  <a:pt x="258283" y="357505"/>
                </a:lnTo>
                <a:lnTo>
                  <a:pt x="259041" y="352806"/>
                </a:lnTo>
                <a:lnTo>
                  <a:pt x="261543" y="347218"/>
                </a:lnTo>
                <a:lnTo>
                  <a:pt x="289115" y="328675"/>
                </a:lnTo>
                <a:lnTo>
                  <a:pt x="336974" y="328675"/>
                </a:lnTo>
                <a:lnTo>
                  <a:pt x="336123" y="327576"/>
                </a:lnTo>
                <a:lnTo>
                  <a:pt x="328244" y="320294"/>
                </a:lnTo>
                <a:lnTo>
                  <a:pt x="318969" y="314029"/>
                </a:lnTo>
                <a:lnTo>
                  <a:pt x="309373" y="309895"/>
                </a:lnTo>
                <a:lnTo>
                  <a:pt x="299456" y="307881"/>
                </a:lnTo>
                <a:close/>
              </a:path>
              <a:path w="605790" h="666115">
                <a:moveTo>
                  <a:pt x="307682" y="172720"/>
                </a:moveTo>
                <a:lnTo>
                  <a:pt x="297446" y="185547"/>
                </a:lnTo>
                <a:lnTo>
                  <a:pt x="333705" y="310007"/>
                </a:lnTo>
                <a:lnTo>
                  <a:pt x="348094" y="321563"/>
                </a:lnTo>
                <a:lnTo>
                  <a:pt x="369691" y="294513"/>
                </a:lnTo>
                <a:lnTo>
                  <a:pt x="346036" y="294513"/>
                </a:lnTo>
                <a:lnTo>
                  <a:pt x="320357" y="208534"/>
                </a:lnTo>
                <a:lnTo>
                  <a:pt x="352536" y="208534"/>
                </a:lnTo>
                <a:lnTo>
                  <a:pt x="307682" y="172720"/>
                </a:lnTo>
                <a:close/>
              </a:path>
              <a:path w="605790" h="666115">
                <a:moveTo>
                  <a:pt x="352536" y="208534"/>
                </a:moveTo>
                <a:lnTo>
                  <a:pt x="320357" y="208534"/>
                </a:lnTo>
                <a:lnTo>
                  <a:pt x="378002" y="254508"/>
                </a:lnTo>
                <a:lnTo>
                  <a:pt x="346036" y="294513"/>
                </a:lnTo>
                <a:lnTo>
                  <a:pt x="369691" y="294513"/>
                </a:lnTo>
                <a:lnTo>
                  <a:pt x="392404" y="266064"/>
                </a:lnTo>
                <a:lnTo>
                  <a:pt x="424604" y="266064"/>
                </a:lnTo>
                <a:lnTo>
                  <a:pt x="404939" y="250317"/>
                </a:lnTo>
                <a:lnTo>
                  <a:pt x="414066" y="238887"/>
                </a:lnTo>
                <a:lnTo>
                  <a:pt x="390550" y="238887"/>
                </a:lnTo>
                <a:lnTo>
                  <a:pt x="352536" y="208534"/>
                </a:lnTo>
                <a:close/>
              </a:path>
              <a:path w="605790" h="666115">
                <a:moveTo>
                  <a:pt x="424604" y="266064"/>
                </a:moveTo>
                <a:lnTo>
                  <a:pt x="392404" y="266064"/>
                </a:lnTo>
                <a:lnTo>
                  <a:pt x="423011" y="290449"/>
                </a:lnTo>
                <a:lnTo>
                  <a:pt x="435546" y="274827"/>
                </a:lnTo>
                <a:lnTo>
                  <a:pt x="424604" y="266064"/>
                </a:lnTo>
                <a:close/>
              </a:path>
              <a:path w="605790" h="666115">
                <a:moveTo>
                  <a:pt x="404342" y="221614"/>
                </a:moveTo>
                <a:lnTo>
                  <a:pt x="390550" y="238887"/>
                </a:lnTo>
                <a:lnTo>
                  <a:pt x="414066" y="238887"/>
                </a:lnTo>
                <a:lnTo>
                  <a:pt x="418731" y="233045"/>
                </a:lnTo>
                <a:lnTo>
                  <a:pt x="404342" y="221614"/>
                </a:lnTo>
                <a:close/>
              </a:path>
              <a:path w="605790" h="666115">
                <a:moveTo>
                  <a:pt x="423760" y="99568"/>
                </a:moveTo>
                <a:lnTo>
                  <a:pt x="412546" y="113664"/>
                </a:lnTo>
                <a:lnTo>
                  <a:pt x="505180" y="187579"/>
                </a:lnTo>
                <a:lnTo>
                  <a:pt x="517715" y="171831"/>
                </a:lnTo>
                <a:lnTo>
                  <a:pt x="461225" y="126746"/>
                </a:lnTo>
                <a:lnTo>
                  <a:pt x="455447" y="120776"/>
                </a:lnTo>
                <a:lnTo>
                  <a:pt x="452310" y="115570"/>
                </a:lnTo>
                <a:lnTo>
                  <a:pt x="449186" y="110236"/>
                </a:lnTo>
                <a:lnTo>
                  <a:pt x="449129" y="109982"/>
                </a:lnTo>
                <a:lnTo>
                  <a:pt x="436765" y="109982"/>
                </a:lnTo>
                <a:lnTo>
                  <a:pt x="423760" y="99568"/>
                </a:lnTo>
                <a:close/>
              </a:path>
              <a:path w="605790" h="666115">
                <a:moveTo>
                  <a:pt x="509917" y="75564"/>
                </a:moveTo>
                <a:lnTo>
                  <a:pt x="464654" y="75564"/>
                </a:lnTo>
                <a:lnTo>
                  <a:pt x="475716" y="76073"/>
                </a:lnTo>
                <a:lnTo>
                  <a:pt x="481964" y="78867"/>
                </a:lnTo>
                <a:lnTo>
                  <a:pt x="549135" y="132587"/>
                </a:lnTo>
                <a:lnTo>
                  <a:pt x="561670" y="116839"/>
                </a:lnTo>
                <a:lnTo>
                  <a:pt x="509917" y="75564"/>
                </a:lnTo>
                <a:close/>
              </a:path>
              <a:path w="605790" h="666115">
                <a:moveTo>
                  <a:pt x="468210" y="54229"/>
                </a:moveTo>
                <a:lnTo>
                  <a:pt x="461054" y="56642"/>
                </a:lnTo>
                <a:lnTo>
                  <a:pt x="455498" y="58420"/>
                </a:lnTo>
                <a:lnTo>
                  <a:pt x="449580" y="62992"/>
                </a:lnTo>
                <a:lnTo>
                  <a:pt x="444106" y="69850"/>
                </a:lnTo>
                <a:lnTo>
                  <a:pt x="439178" y="75946"/>
                </a:lnTo>
                <a:lnTo>
                  <a:pt x="436168" y="82550"/>
                </a:lnTo>
                <a:lnTo>
                  <a:pt x="433984" y="96647"/>
                </a:lnTo>
                <a:lnTo>
                  <a:pt x="434543" y="103377"/>
                </a:lnTo>
                <a:lnTo>
                  <a:pt x="436765" y="109982"/>
                </a:lnTo>
                <a:lnTo>
                  <a:pt x="449129" y="109982"/>
                </a:lnTo>
                <a:lnTo>
                  <a:pt x="447954" y="104775"/>
                </a:lnTo>
                <a:lnTo>
                  <a:pt x="449287" y="93599"/>
                </a:lnTo>
                <a:lnTo>
                  <a:pt x="451396" y="88646"/>
                </a:lnTo>
                <a:lnTo>
                  <a:pt x="459562" y="78359"/>
                </a:lnTo>
                <a:lnTo>
                  <a:pt x="464654" y="75564"/>
                </a:lnTo>
                <a:lnTo>
                  <a:pt x="509917" y="75564"/>
                </a:lnTo>
                <a:lnTo>
                  <a:pt x="507847" y="73913"/>
                </a:lnTo>
                <a:lnTo>
                  <a:pt x="501511" y="68177"/>
                </a:lnTo>
                <a:lnTo>
                  <a:pt x="496790" y="62404"/>
                </a:lnTo>
                <a:lnTo>
                  <a:pt x="493704" y="56642"/>
                </a:lnTo>
                <a:lnTo>
                  <a:pt x="481215" y="56642"/>
                </a:lnTo>
                <a:lnTo>
                  <a:pt x="474662" y="54356"/>
                </a:lnTo>
                <a:lnTo>
                  <a:pt x="468210" y="54229"/>
                </a:lnTo>
                <a:close/>
              </a:path>
              <a:path w="605790" h="666115">
                <a:moveTo>
                  <a:pt x="553435" y="20574"/>
                </a:moveTo>
                <a:lnTo>
                  <a:pt x="516229" y="20574"/>
                </a:lnTo>
                <a:lnTo>
                  <a:pt x="519810" y="21844"/>
                </a:lnTo>
                <a:lnTo>
                  <a:pt x="523379" y="22987"/>
                </a:lnTo>
                <a:lnTo>
                  <a:pt x="528307" y="26035"/>
                </a:lnTo>
                <a:lnTo>
                  <a:pt x="566554" y="56642"/>
                </a:lnTo>
                <a:lnTo>
                  <a:pt x="592950" y="77724"/>
                </a:lnTo>
                <a:lnTo>
                  <a:pt x="605409" y="62102"/>
                </a:lnTo>
                <a:lnTo>
                  <a:pt x="553435" y="20574"/>
                </a:lnTo>
                <a:close/>
              </a:path>
              <a:path w="605790" h="666115">
                <a:moveTo>
                  <a:pt x="512394" y="0"/>
                </a:moveTo>
                <a:lnTo>
                  <a:pt x="482151" y="24227"/>
                </a:lnTo>
                <a:lnTo>
                  <a:pt x="478836" y="45043"/>
                </a:lnTo>
                <a:lnTo>
                  <a:pt x="481215" y="56642"/>
                </a:lnTo>
                <a:lnTo>
                  <a:pt x="493704" y="56642"/>
                </a:lnTo>
                <a:lnTo>
                  <a:pt x="492201" y="50800"/>
                </a:lnTo>
                <a:lnTo>
                  <a:pt x="491312" y="43052"/>
                </a:lnTo>
                <a:lnTo>
                  <a:pt x="516229" y="20574"/>
                </a:lnTo>
                <a:lnTo>
                  <a:pt x="553435" y="20574"/>
                </a:lnTo>
                <a:lnTo>
                  <a:pt x="541832" y="11302"/>
                </a:lnTo>
                <a:lnTo>
                  <a:pt x="534036" y="5822"/>
                </a:lnTo>
                <a:lnTo>
                  <a:pt x="526532" y="2127"/>
                </a:lnTo>
                <a:lnTo>
                  <a:pt x="519319" y="194"/>
                </a:lnTo>
                <a:lnTo>
                  <a:pt x="5123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266260" y="1280922"/>
            <a:ext cx="281305" cy="8496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"/>
                <a:cs typeface="Arial"/>
              </a:rPr>
              <a:t>0.683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47961" y="3638332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0" y="0"/>
                </a:moveTo>
                <a:lnTo>
                  <a:pt x="306124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5190" y="3895205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5">
                <a:moveTo>
                  <a:pt x="0" y="0"/>
                </a:moveTo>
                <a:lnTo>
                  <a:pt x="551260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57114" y="3638332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327586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84828" y="3895205"/>
            <a:ext cx="471805" cy="0"/>
          </a:xfrm>
          <a:custGeom>
            <a:avLst/>
            <a:gdLst/>
            <a:ahLst/>
            <a:cxnLst/>
            <a:rect l="l" t="t" r="r" b="b"/>
            <a:pathLst>
              <a:path w="471805">
                <a:moveTo>
                  <a:pt x="0" y="0"/>
                </a:moveTo>
                <a:lnTo>
                  <a:pt x="471253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2274" y="4496307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5">
                <a:moveTo>
                  <a:pt x="0" y="0"/>
                </a:moveTo>
                <a:lnTo>
                  <a:pt x="306124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2274" y="4830144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0" y="0"/>
                </a:moveTo>
                <a:lnTo>
                  <a:pt x="327522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2115" y="5677971"/>
            <a:ext cx="492759" cy="0"/>
          </a:xfrm>
          <a:custGeom>
            <a:avLst/>
            <a:gdLst/>
            <a:ahLst/>
            <a:cxnLst/>
            <a:rect l="l" t="t" r="r" b="b"/>
            <a:pathLst>
              <a:path w="492759">
                <a:moveTo>
                  <a:pt x="0" y="0"/>
                </a:moveTo>
                <a:lnTo>
                  <a:pt x="492294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613193" y="5677971"/>
            <a:ext cx="459740" cy="0"/>
          </a:xfrm>
          <a:custGeom>
            <a:avLst/>
            <a:gdLst/>
            <a:ahLst/>
            <a:cxnLst/>
            <a:rect l="l" t="t" r="r" b="b"/>
            <a:pathLst>
              <a:path w="459739">
                <a:moveTo>
                  <a:pt x="0" y="0"/>
                </a:moveTo>
                <a:lnTo>
                  <a:pt x="459178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57999" y="5599900"/>
            <a:ext cx="239395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i="1" dirty="0">
                <a:latin typeface="Times New Roman"/>
                <a:cs typeface="Times New Roman"/>
              </a:rPr>
              <a:t>BD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88686" y="3888740"/>
            <a:ext cx="47244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i="1" spc="-30" dirty="0">
                <a:latin typeface="Times New Roman"/>
                <a:cs typeface="Times New Roman"/>
              </a:rPr>
              <a:t>sin</a:t>
            </a:r>
            <a:r>
              <a:rPr sz="1550" i="1" spc="-20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30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46132" y="3888740"/>
            <a:ext cx="123761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5325" algn="l"/>
              </a:tabLst>
            </a:pPr>
            <a:r>
              <a:rPr sz="1550" i="1" spc="-30" dirty="0">
                <a:latin typeface="Times New Roman"/>
                <a:cs typeface="Times New Roman"/>
              </a:rPr>
              <a:t>s</a:t>
            </a:r>
            <a:r>
              <a:rPr sz="1550" i="1" spc="-45" dirty="0">
                <a:latin typeface="Times New Roman"/>
                <a:cs typeface="Times New Roman"/>
              </a:rPr>
              <a:t>i</a:t>
            </a:r>
            <a:r>
              <a:rPr sz="1550" i="1" spc="-10" dirty="0">
                <a:latin typeface="Times New Roman"/>
                <a:cs typeface="Times New Roman"/>
              </a:rPr>
              <a:t>n</a:t>
            </a:r>
            <a:r>
              <a:rPr sz="1550" i="1" spc="-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45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i="1" spc="-30" dirty="0">
                <a:latin typeface="Times New Roman"/>
                <a:cs typeface="Times New Roman"/>
              </a:rPr>
              <a:t>s</a:t>
            </a:r>
            <a:r>
              <a:rPr sz="1550" i="1" spc="-45" dirty="0">
                <a:latin typeface="Times New Roman"/>
                <a:cs typeface="Times New Roman"/>
              </a:rPr>
              <a:t>i</a:t>
            </a:r>
            <a:r>
              <a:rPr sz="1550" i="1" spc="110" dirty="0">
                <a:latin typeface="Times New Roman"/>
                <a:cs typeface="Times New Roman"/>
              </a:rPr>
              <a:t>n</a:t>
            </a:r>
            <a:r>
              <a:rPr sz="1550" spc="-10" dirty="0">
                <a:latin typeface="Times New Roman"/>
                <a:cs typeface="Times New Roman"/>
              </a:rPr>
              <a:t>105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3517" y="6219191"/>
            <a:ext cx="132143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i="1" spc="30" dirty="0">
                <a:latin typeface="Times New Roman"/>
                <a:cs typeface="Times New Roman"/>
              </a:rPr>
              <a:t>v</a:t>
            </a:r>
            <a:r>
              <a:rPr sz="1875" i="1" spc="44" baseline="-17777" dirty="0">
                <a:latin typeface="Times New Roman"/>
                <a:cs typeface="Times New Roman"/>
              </a:rPr>
              <a:t>D </a:t>
            </a:r>
            <a:r>
              <a:rPr sz="1550" spc="-1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0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5" dirty="0">
                <a:latin typeface="Times New Roman"/>
                <a:cs typeface="Times New Roman"/>
              </a:rPr>
              <a:t>518 </a:t>
            </a:r>
            <a:r>
              <a:rPr sz="1550" i="1" spc="-10" dirty="0">
                <a:latin typeface="Times New Roman"/>
                <a:cs typeface="Times New Roman"/>
              </a:rPr>
              <a:t>m </a:t>
            </a:r>
            <a:r>
              <a:rPr sz="1550" i="1" spc="-5" dirty="0">
                <a:latin typeface="Times New Roman"/>
                <a:cs typeface="Times New Roman"/>
              </a:rPr>
              <a:t>/</a:t>
            </a:r>
            <a:r>
              <a:rPr sz="1550" i="1" spc="-210" dirty="0">
                <a:latin typeface="Times New Roman"/>
                <a:cs typeface="Times New Roman"/>
              </a:rPr>
              <a:t> </a:t>
            </a:r>
            <a:r>
              <a:rPr sz="1550" i="1" spc="-5" dirty="0">
                <a:latin typeface="Times New Roman"/>
                <a:cs typeface="Times New Roman"/>
              </a:rPr>
              <a:t>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3124" y="5353357"/>
            <a:ext cx="1333500" cy="5791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982980" algn="l"/>
              </a:tabLst>
            </a:pPr>
            <a:r>
              <a:rPr sz="2325" spc="-15" baseline="-34050" dirty="0">
                <a:latin typeface="Symbol"/>
                <a:cs typeface="Symbol"/>
              </a:rPr>
              <a:t></a:t>
            </a:r>
            <a:r>
              <a:rPr sz="2325" spc="-15" baseline="-34050" dirty="0">
                <a:latin typeface="Times New Roman"/>
                <a:cs typeface="Times New Roman"/>
              </a:rPr>
              <a:t> </a:t>
            </a:r>
            <a:r>
              <a:rPr sz="1550" i="1" spc="30" dirty="0">
                <a:latin typeface="Times New Roman"/>
                <a:cs typeface="Times New Roman"/>
              </a:rPr>
              <a:t>v</a:t>
            </a:r>
            <a:r>
              <a:rPr sz="1875" i="1" spc="44" baseline="-17777" dirty="0">
                <a:latin typeface="Times New Roman"/>
                <a:cs typeface="Times New Roman"/>
              </a:rPr>
              <a:t>B  </a:t>
            </a:r>
            <a:r>
              <a:rPr sz="1550" spc="-10" dirty="0">
                <a:latin typeface="Symbol"/>
                <a:cs typeface="Symbol"/>
              </a:rPr>
              <a:t></a:t>
            </a:r>
            <a:r>
              <a:rPr sz="1550" spc="-2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1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2325" spc="-15" baseline="-34050" dirty="0">
                <a:latin typeface="Symbol"/>
                <a:cs typeface="Symbol"/>
              </a:rPr>
              <a:t></a:t>
            </a:r>
            <a:r>
              <a:rPr sz="2325" spc="-15" baseline="-34050" dirty="0">
                <a:latin typeface="Times New Roman"/>
                <a:cs typeface="Times New Roman"/>
              </a:rPr>
              <a:t>	</a:t>
            </a:r>
            <a:r>
              <a:rPr sz="1550" i="1" spc="30" dirty="0">
                <a:latin typeface="Times New Roman"/>
                <a:cs typeface="Times New Roman"/>
              </a:rPr>
              <a:t>v</a:t>
            </a:r>
            <a:r>
              <a:rPr sz="1875" i="1" spc="44" baseline="-17777" dirty="0">
                <a:latin typeface="Times New Roman"/>
                <a:cs typeface="Times New Roman"/>
              </a:rPr>
              <a:t>D</a:t>
            </a:r>
            <a:endParaRPr sz="1875" baseline="-17777">
              <a:latin typeface="Times New Roman"/>
              <a:cs typeface="Times New Roman"/>
            </a:endParaRPr>
          </a:p>
          <a:p>
            <a:pPr marL="198755">
              <a:lnSpc>
                <a:spcPct val="100000"/>
              </a:lnSpc>
              <a:spcBef>
                <a:spcPts val="315"/>
              </a:spcBef>
              <a:tabLst>
                <a:tab pos="880110" algn="l"/>
              </a:tabLst>
            </a:pPr>
            <a:r>
              <a:rPr sz="1550" spc="-10" dirty="0">
                <a:latin typeface="Times New Roman"/>
                <a:cs typeface="Times New Roman"/>
              </a:rPr>
              <a:t>0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10" dirty="0">
                <a:latin typeface="Times New Roman"/>
                <a:cs typeface="Times New Roman"/>
              </a:rPr>
              <a:t>683	0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10" dirty="0">
                <a:latin typeface="Times New Roman"/>
                <a:cs typeface="Times New Roman"/>
              </a:rPr>
              <a:t>354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2804" y="4371882"/>
            <a:ext cx="1196340" cy="69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300"/>
              </a:lnSpc>
              <a:spcBef>
                <a:spcPts val="100"/>
              </a:spcBef>
            </a:pPr>
            <a:r>
              <a:rPr sz="1550" i="1" spc="-80" dirty="0">
                <a:latin typeface="Times New Roman"/>
                <a:cs typeface="Times New Roman"/>
              </a:rPr>
              <a:t>BP</a:t>
            </a:r>
            <a:r>
              <a:rPr sz="1875" spc="-120" baseline="-17777" dirty="0">
                <a:latin typeface="Times New Roman"/>
                <a:cs typeface="Times New Roman"/>
              </a:rPr>
              <a:t>2 </a:t>
            </a:r>
            <a:r>
              <a:rPr sz="1550" spc="-1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0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5" dirty="0">
                <a:latin typeface="Times New Roman"/>
                <a:cs typeface="Times New Roman"/>
              </a:rPr>
              <a:t>683 </a:t>
            </a:r>
            <a:r>
              <a:rPr sz="1550" i="1" spc="-10" dirty="0">
                <a:latin typeface="Times New Roman"/>
                <a:cs typeface="Times New Roman"/>
              </a:rPr>
              <a:t>m  </a:t>
            </a:r>
            <a:r>
              <a:rPr sz="1550" i="1" spc="-80" dirty="0">
                <a:latin typeface="Times New Roman"/>
                <a:cs typeface="Times New Roman"/>
              </a:rPr>
              <a:t>DP</a:t>
            </a:r>
            <a:r>
              <a:rPr sz="1875" spc="-120" baseline="-17777" dirty="0">
                <a:latin typeface="Times New Roman"/>
                <a:cs typeface="Times New Roman"/>
              </a:rPr>
              <a:t>2 </a:t>
            </a:r>
            <a:r>
              <a:rPr sz="1550" spc="-1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0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5" dirty="0">
                <a:latin typeface="Times New Roman"/>
                <a:cs typeface="Times New Roman"/>
              </a:rPr>
              <a:t>354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15837" y="3612058"/>
            <a:ext cx="570865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25" spc="-15" baseline="-34050" dirty="0">
                <a:latin typeface="Symbol"/>
                <a:cs typeface="Symbol"/>
              </a:rPr>
              <a:t></a:t>
            </a:r>
            <a:r>
              <a:rPr sz="2325" spc="195" baseline="-34050" dirty="0">
                <a:latin typeface="Times New Roman"/>
                <a:cs typeface="Times New Roman"/>
              </a:rPr>
              <a:t> </a:t>
            </a:r>
            <a:r>
              <a:rPr sz="1550" i="1" spc="-80" dirty="0">
                <a:latin typeface="Times New Roman"/>
                <a:cs typeface="Times New Roman"/>
              </a:rPr>
              <a:t>DP</a:t>
            </a:r>
            <a:r>
              <a:rPr sz="1875" spc="-120" baseline="-17777" dirty="0">
                <a:latin typeface="Times New Roman"/>
                <a:cs typeface="Times New Roman"/>
              </a:rPr>
              <a:t>2</a:t>
            </a:r>
            <a:endParaRPr sz="1875" baseline="-17777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9574" y="3612058"/>
            <a:ext cx="1126490" cy="260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21055" algn="l"/>
              </a:tabLst>
            </a:pPr>
            <a:r>
              <a:rPr sz="155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u="sng" spc="1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550" i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155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sz="15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2325" spc="-15" baseline="-34050" dirty="0">
                <a:latin typeface="Symbol"/>
                <a:cs typeface="Symbol"/>
              </a:rPr>
              <a:t></a:t>
            </a:r>
            <a:r>
              <a:rPr sz="2325" baseline="-34050" dirty="0">
                <a:latin typeface="Times New Roman"/>
                <a:cs typeface="Times New Roman"/>
              </a:rPr>
              <a:t>	</a:t>
            </a:r>
            <a:r>
              <a:rPr sz="1550" i="1" spc="-90" dirty="0">
                <a:latin typeface="Times New Roman"/>
                <a:cs typeface="Times New Roman"/>
              </a:rPr>
              <a:t>B</a:t>
            </a:r>
            <a:r>
              <a:rPr sz="1550" i="1" spc="-160" dirty="0">
                <a:latin typeface="Times New Roman"/>
                <a:cs typeface="Times New Roman"/>
              </a:rPr>
              <a:t>P</a:t>
            </a:r>
            <a:r>
              <a:rPr sz="1875" spc="22" baseline="-17777" dirty="0">
                <a:latin typeface="Times New Roman"/>
                <a:cs typeface="Times New Roman"/>
              </a:rPr>
              <a:t>2</a:t>
            </a:r>
            <a:endParaRPr sz="1875" baseline="-17777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4228" y="5911718"/>
            <a:ext cx="160718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i="1" spc="15" dirty="0">
                <a:latin typeface="Symbol"/>
                <a:cs typeface="Symbol"/>
              </a:rPr>
              <a:t></a:t>
            </a:r>
            <a:r>
              <a:rPr sz="1875" i="1" spc="22" baseline="-17777" dirty="0">
                <a:latin typeface="Times New Roman"/>
                <a:cs typeface="Times New Roman"/>
              </a:rPr>
              <a:t>BD </a:t>
            </a:r>
            <a:r>
              <a:rPr sz="1550" spc="-1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1</a:t>
            </a:r>
            <a:r>
              <a:rPr sz="1550" i="1" spc="-5" dirty="0">
                <a:latin typeface="Times New Roman"/>
                <a:cs typeface="Times New Roman"/>
              </a:rPr>
              <a:t>.</a:t>
            </a:r>
            <a:r>
              <a:rPr sz="1550" spc="-5" dirty="0">
                <a:latin typeface="Times New Roman"/>
                <a:cs typeface="Times New Roman"/>
              </a:rPr>
              <a:t>464 </a:t>
            </a:r>
            <a:r>
              <a:rPr sz="1550" i="1" spc="-15" dirty="0">
                <a:latin typeface="Times New Roman"/>
                <a:cs typeface="Times New Roman"/>
              </a:rPr>
              <a:t>rad </a:t>
            </a:r>
            <a:r>
              <a:rPr sz="1550" i="1" spc="-5" dirty="0">
                <a:latin typeface="Times New Roman"/>
                <a:cs typeface="Times New Roman"/>
              </a:rPr>
              <a:t>/</a:t>
            </a:r>
            <a:r>
              <a:rPr sz="1550" i="1" spc="-85" dirty="0">
                <a:latin typeface="Times New Roman"/>
                <a:cs typeface="Times New Roman"/>
              </a:rPr>
              <a:t> </a:t>
            </a:r>
            <a:r>
              <a:rPr sz="1550" i="1" spc="-5" dirty="0">
                <a:latin typeface="Times New Roman"/>
                <a:cs typeface="Times New Roman"/>
              </a:rPr>
              <a:t>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4228" y="5507590"/>
            <a:ext cx="16002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i="1" spc="-45" dirty="0">
                <a:latin typeface="Symbol"/>
                <a:cs typeface="Symbol"/>
              </a:rPr>
              <a:t>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124700" y="485775"/>
            <a:ext cx="1643126" cy="2581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079360" y="225297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31760" y="35788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52110" y="2848483"/>
            <a:ext cx="3346450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R="41275" algn="r">
              <a:lnSpc>
                <a:spcPts val="3204"/>
              </a:lnSpc>
            </a:pPr>
            <a:r>
              <a:rPr sz="2000" i="1" spc="105" dirty="0">
                <a:latin typeface="Times New Roman"/>
                <a:cs typeface="Times New Roman"/>
              </a:rPr>
              <a:t>v</a:t>
            </a:r>
            <a:r>
              <a:rPr sz="2550" i="1" spc="157" baseline="-16339" dirty="0">
                <a:latin typeface="Times New Roman"/>
                <a:cs typeface="Times New Roman"/>
              </a:rPr>
              <a:t>B</a:t>
            </a:r>
            <a:r>
              <a:rPr sz="2550" i="1" spc="-352" baseline="-16339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Symbol"/>
                <a:cs typeface="Symbol"/>
              </a:rPr>
              <a:t>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150" i="1" spc="40" dirty="0">
                <a:latin typeface="Symbol"/>
                <a:cs typeface="Symbol"/>
              </a:rPr>
              <a:t></a:t>
            </a:r>
            <a:r>
              <a:rPr sz="2550" i="1" spc="60" baseline="-16339" dirty="0">
                <a:latin typeface="Times New Roman"/>
                <a:cs typeface="Times New Roman"/>
              </a:rPr>
              <a:t>AB</a:t>
            </a:r>
            <a:r>
              <a:rPr sz="2550" i="1" spc="67" baseline="-16339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AB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Symbol"/>
                <a:cs typeface="Symbol"/>
              </a:rPr>
              <a:t>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700" spc="-75" dirty="0">
                <a:latin typeface="Symbol"/>
                <a:cs typeface="Symbol"/>
              </a:rPr>
              <a:t></a:t>
            </a:r>
            <a:r>
              <a:rPr sz="2000" spc="-75" dirty="0">
                <a:latin typeface="Times New Roman"/>
                <a:cs typeface="Times New Roman"/>
              </a:rPr>
              <a:t>5</a:t>
            </a:r>
            <a:r>
              <a:rPr sz="2700" spc="-75" dirty="0">
                <a:latin typeface="Symbol"/>
                <a:cs typeface="Symbol"/>
              </a:rPr>
              <a:t></a:t>
            </a:r>
            <a:r>
              <a:rPr sz="2000" spc="-75" dirty="0">
                <a:latin typeface="Times New Roman"/>
                <a:cs typeface="Times New Roman"/>
              </a:rPr>
              <a:t>0</a:t>
            </a:r>
            <a:r>
              <a:rPr sz="2000" i="1" spc="-75" dirty="0">
                <a:latin typeface="Times New Roman"/>
                <a:cs typeface="Times New Roman"/>
              </a:rPr>
              <a:t>.</a:t>
            </a:r>
            <a:r>
              <a:rPr sz="2000" spc="-75" dirty="0">
                <a:latin typeface="Times New Roman"/>
                <a:cs typeface="Times New Roman"/>
              </a:rPr>
              <a:t>2</a:t>
            </a:r>
            <a:r>
              <a:rPr sz="2700" spc="-75" dirty="0">
                <a:latin typeface="Symbol"/>
                <a:cs typeface="Symbol"/>
              </a:rPr>
              <a:t></a:t>
            </a:r>
            <a:r>
              <a:rPr sz="2000" spc="-75" dirty="0">
                <a:latin typeface="Symbol"/>
                <a:cs typeface="Symbol"/>
              </a:rPr>
              <a:t>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1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m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i="1" spc="20" dirty="0">
                <a:latin typeface="Times New Roman"/>
                <a:cs typeface="Times New Roman"/>
              </a:rPr>
              <a:t>/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25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55560" y="2626233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60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endParaRPr sz="1800" baseline="25462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66938" y="1806955"/>
            <a:ext cx="615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75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r>
              <a:rPr sz="1800" spc="405" baseline="25462" dirty="0">
                <a:latin typeface="Arial"/>
                <a:cs typeface="Arial"/>
              </a:rPr>
              <a:t> </a:t>
            </a:r>
            <a:r>
              <a:rPr sz="2700" spc="-7" baseline="32407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2700" baseline="32407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168133" y="720978"/>
            <a:ext cx="363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45</a:t>
            </a:r>
            <a:r>
              <a:rPr sz="1800" spc="-7" baseline="25462" dirty="0">
                <a:latin typeface="Arial"/>
                <a:cs typeface="Arial"/>
              </a:rPr>
              <a:t>o</a:t>
            </a:r>
            <a:endParaRPr sz="1800" baseline="25462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88268" y="1375378"/>
            <a:ext cx="281305" cy="8502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"/>
                <a:cs typeface="Arial"/>
              </a:rPr>
              <a:t>0.546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478289" y="3709110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4">
                <a:moveTo>
                  <a:pt x="0" y="0"/>
                </a:moveTo>
                <a:lnTo>
                  <a:pt x="285929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374884" y="3989166"/>
            <a:ext cx="492125" cy="0"/>
          </a:xfrm>
          <a:custGeom>
            <a:avLst/>
            <a:gdLst/>
            <a:ahLst/>
            <a:cxnLst/>
            <a:rect l="l" t="t" r="r" b="b"/>
            <a:pathLst>
              <a:path w="492125">
                <a:moveTo>
                  <a:pt x="0" y="0"/>
                </a:moveTo>
                <a:lnTo>
                  <a:pt x="491870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154899" y="3709110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4">
                <a:moveTo>
                  <a:pt x="0" y="0"/>
                </a:moveTo>
                <a:lnTo>
                  <a:pt x="285982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053690" y="3989166"/>
            <a:ext cx="488950" cy="0"/>
          </a:xfrm>
          <a:custGeom>
            <a:avLst/>
            <a:gdLst/>
            <a:ahLst/>
            <a:cxnLst/>
            <a:rect l="l" t="t" r="r" b="b"/>
            <a:pathLst>
              <a:path w="488950">
                <a:moveTo>
                  <a:pt x="0" y="0"/>
                </a:moveTo>
                <a:lnTo>
                  <a:pt x="488328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696505" y="4571964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4">
                <a:moveTo>
                  <a:pt x="0" y="0"/>
                </a:moveTo>
                <a:lnTo>
                  <a:pt x="285927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696505" y="4915174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4">
                <a:moveTo>
                  <a:pt x="0" y="0"/>
                </a:moveTo>
                <a:lnTo>
                  <a:pt x="285927" y="0"/>
                </a:lnTo>
              </a:path>
            </a:pathLst>
          </a:custGeom>
          <a:ln w="8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6683375" y="6462016"/>
            <a:ext cx="124968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36345" algn="l"/>
              </a:tabLst>
            </a:pPr>
            <a:r>
              <a:rPr sz="950" i="1" u="heavy" spc="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50" i="1" u="heavy" spc="-4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50" i="1" u="heavy" spc="2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22131" y="6157757"/>
            <a:ext cx="19240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i="1" spc="45" dirty="0">
                <a:latin typeface="Times New Roman"/>
                <a:cs typeface="Times New Roman"/>
              </a:rPr>
              <a:t>BC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691759" y="3952342"/>
            <a:ext cx="185864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90880" algn="l"/>
                <a:tab pos="1369060" algn="l"/>
              </a:tabLst>
            </a:pPr>
            <a:r>
              <a:rPr sz="1650" spc="-50" dirty="0">
                <a:latin typeface="Times New Roman"/>
                <a:cs typeface="Times New Roman"/>
              </a:rPr>
              <a:t>sin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45	</a:t>
            </a:r>
            <a:r>
              <a:rPr sz="1650" spc="-50" dirty="0">
                <a:latin typeface="Times New Roman"/>
                <a:cs typeface="Times New Roman"/>
              </a:rPr>
              <a:t>sin</a:t>
            </a:r>
            <a:r>
              <a:rPr sz="1650" spc="-12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60	</a:t>
            </a:r>
            <a:r>
              <a:rPr sz="1650" spc="-50" dirty="0">
                <a:latin typeface="Times New Roman"/>
                <a:cs typeface="Times New Roman"/>
              </a:rPr>
              <a:t>sin</a:t>
            </a:r>
            <a:r>
              <a:rPr sz="1650" spc="-19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Times New Roman"/>
                <a:cs typeface="Times New Roman"/>
              </a:rPr>
              <a:t>75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03453" y="5030358"/>
            <a:ext cx="8826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15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903453" y="4687219"/>
            <a:ext cx="8826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15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77176" y="6319250"/>
            <a:ext cx="123952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6379" algn="l"/>
              </a:tabLst>
            </a:pPr>
            <a:r>
              <a:rPr sz="1650" i="1" spc="15" dirty="0">
                <a:latin typeface="Times New Roman"/>
                <a:cs typeface="Times New Roman"/>
              </a:rPr>
              <a:t>v	</a:t>
            </a:r>
            <a:r>
              <a:rPr sz="1650" spc="20" dirty="0">
                <a:latin typeface="Symbol"/>
                <a:cs typeface="Symbol"/>
              </a:rPr>
              <a:t></a:t>
            </a:r>
            <a:r>
              <a:rPr sz="1650" spc="-240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0.896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i="1" spc="60" dirty="0">
                <a:latin typeface="Times New Roman"/>
                <a:cs typeface="Times New Roman"/>
              </a:rPr>
              <a:t>m</a:t>
            </a:r>
            <a:r>
              <a:rPr sz="1650" spc="60" dirty="0">
                <a:latin typeface="Times New Roman"/>
                <a:cs typeface="Times New Roman"/>
              </a:rPr>
              <a:t>/</a:t>
            </a:r>
            <a:r>
              <a:rPr sz="1650" spc="-275" dirty="0">
                <a:latin typeface="Times New Roman"/>
                <a:cs typeface="Times New Roman"/>
              </a:rPr>
              <a:t> </a:t>
            </a:r>
            <a:r>
              <a:rPr sz="1650" i="1" spc="10" dirty="0"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18981" y="5491245"/>
            <a:ext cx="92392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1935" algn="l"/>
                <a:tab pos="815340" algn="l"/>
              </a:tabLst>
            </a:pPr>
            <a:r>
              <a:rPr sz="1650" i="1" spc="15" dirty="0">
                <a:latin typeface="Times New Roman"/>
                <a:cs typeface="Times New Roman"/>
              </a:rPr>
              <a:t>v	</a:t>
            </a:r>
            <a:r>
              <a:rPr sz="1650" spc="60" dirty="0">
                <a:latin typeface="Symbol"/>
                <a:cs typeface="Symbol"/>
              </a:rPr>
              <a:t></a:t>
            </a:r>
            <a:r>
              <a:rPr sz="1650" spc="15" dirty="0">
                <a:latin typeface="Times New Roman"/>
                <a:cs typeface="Times New Roman"/>
              </a:rPr>
              <a:t>1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i="1" spc="15" dirty="0">
                <a:latin typeface="Times New Roman"/>
                <a:cs typeface="Times New Roman"/>
              </a:rPr>
              <a:t>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687340" y="4887585"/>
            <a:ext cx="114935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-25" dirty="0">
                <a:latin typeface="Times New Roman"/>
                <a:cs typeface="Times New Roman"/>
              </a:rPr>
              <a:t>BP</a:t>
            </a:r>
            <a:r>
              <a:rPr sz="1650" i="1" spc="80" dirty="0">
                <a:latin typeface="Times New Roman"/>
                <a:cs typeface="Times New Roman"/>
              </a:rPr>
              <a:t> </a:t>
            </a:r>
            <a:r>
              <a:rPr sz="1650" spc="20" dirty="0">
                <a:latin typeface="Symbol"/>
                <a:cs typeface="Symbol"/>
              </a:rPr>
              <a:t></a:t>
            </a:r>
            <a:r>
              <a:rPr sz="1650" spc="-229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0.546</a:t>
            </a:r>
            <a:r>
              <a:rPr sz="1650" spc="-229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m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674081" y="4544535"/>
            <a:ext cx="116268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35" dirty="0">
                <a:latin typeface="Times New Roman"/>
                <a:cs typeface="Times New Roman"/>
              </a:rPr>
              <a:t>CP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spc="20" dirty="0">
                <a:latin typeface="Symbol"/>
                <a:cs typeface="Symbol"/>
              </a:rPr>
              <a:t>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0.489</a:t>
            </a:r>
            <a:r>
              <a:rPr sz="1650" spc="-229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m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890737" y="3681503"/>
            <a:ext cx="5594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7335" algn="l"/>
              </a:tabLst>
            </a:pPr>
            <a:r>
              <a:rPr sz="2475" spc="30" baseline="-35353" dirty="0">
                <a:latin typeface="Symbol"/>
                <a:cs typeface="Symbol"/>
              </a:rPr>
              <a:t></a:t>
            </a:r>
            <a:r>
              <a:rPr sz="2475" spc="30" baseline="-35353" dirty="0">
                <a:latin typeface="Times New Roman"/>
                <a:cs typeface="Times New Roman"/>
              </a:rPr>
              <a:t>	</a:t>
            </a:r>
            <a:r>
              <a:rPr sz="1650" i="1" spc="-70" dirty="0">
                <a:latin typeface="Times New Roman"/>
                <a:cs typeface="Times New Roman"/>
              </a:rPr>
              <a:t>B</a:t>
            </a:r>
            <a:r>
              <a:rPr sz="1650" i="1" spc="-254" dirty="0">
                <a:latin typeface="Times New Roman"/>
                <a:cs typeface="Times New Roman"/>
              </a:rPr>
              <a:t>P</a:t>
            </a:r>
            <a:r>
              <a:rPr sz="1425" spc="22" baseline="-23391" dirty="0">
                <a:latin typeface="Times New Roman"/>
                <a:cs typeface="Times New Roman"/>
              </a:rPr>
              <a:t>1</a:t>
            </a:r>
            <a:endParaRPr sz="1425" baseline="-23391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683805" y="3712523"/>
            <a:ext cx="108902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0.4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2475" spc="30" baseline="-26936" dirty="0">
                <a:latin typeface="Symbol"/>
                <a:cs typeface="Symbol"/>
              </a:rPr>
              <a:t></a:t>
            </a:r>
            <a:r>
              <a:rPr sz="2475" spc="562" baseline="-26936" dirty="0">
                <a:latin typeface="Times New Roman"/>
                <a:cs typeface="Times New Roman"/>
              </a:rPr>
              <a:t> </a:t>
            </a:r>
            <a:r>
              <a:rPr sz="2475" i="1" spc="-150" baseline="8417" dirty="0">
                <a:latin typeface="Times New Roman"/>
                <a:cs typeface="Times New Roman"/>
              </a:rPr>
              <a:t>CP</a:t>
            </a:r>
            <a:r>
              <a:rPr sz="1425" spc="-150" baseline="-11695" dirty="0">
                <a:latin typeface="Times New Roman"/>
                <a:cs typeface="Times New Roman"/>
              </a:rPr>
              <a:t>1</a:t>
            </a:r>
            <a:endParaRPr sz="1425" baseline="-11695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667453" y="5762385"/>
            <a:ext cx="1723389" cy="5378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6100">
              <a:lnSpc>
                <a:spcPts val="1935"/>
              </a:lnSpc>
              <a:spcBef>
                <a:spcPts val="135"/>
              </a:spcBef>
              <a:tabLst>
                <a:tab pos="1230630" algn="l"/>
              </a:tabLst>
            </a:pPr>
            <a:r>
              <a:rPr sz="1650" spc="5" dirty="0">
                <a:latin typeface="Times New Roman"/>
                <a:cs typeface="Times New Roman"/>
              </a:rPr>
              <a:t>0</a:t>
            </a:r>
            <a:r>
              <a:rPr sz="1650" dirty="0">
                <a:latin typeface="Times New Roman"/>
                <a:cs typeface="Times New Roman"/>
              </a:rPr>
              <a:t>.</a:t>
            </a:r>
            <a:r>
              <a:rPr sz="1650" spc="5" dirty="0">
                <a:latin typeface="Times New Roman"/>
                <a:cs typeface="Times New Roman"/>
              </a:rPr>
              <a:t>54</a:t>
            </a:r>
            <a:r>
              <a:rPr sz="1650" spc="15" dirty="0">
                <a:latin typeface="Times New Roman"/>
                <a:cs typeface="Times New Roman"/>
              </a:rPr>
              <a:t>6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5" dirty="0">
                <a:latin typeface="Times New Roman"/>
                <a:cs typeface="Times New Roman"/>
              </a:rPr>
              <a:t>0</a:t>
            </a:r>
            <a:r>
              <a:rPr sz="1650" dirty="0">
                <a:latin typeface="Times New Roman"/>
                <a:cs typeface="Times New Roman"/>
              </a:rPr>
              <a:t>.</a:t>
            </a:r>
            <a:r>
              <a:rPr sz="1650" spc="5" dirty="0">
                <a:latin typeface="Times New Roman"/>
                <a:cs typeface="Times New Roman"/>
              </a:rPr>
              <a:t>489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ts val="2055"/>
              </a:lnSpc>
              <a:tabLst>
                <a:tab pos="384810" algn="l"/>
              </a:tabLst>
            </a:pPr>
            <a:r>
              <a:rPr sz="1750" i="1" spc="-45" dirty="0">
                <a:latin typeface="Symbol"/>
                <a:cs typeface="Symbol"/>
              </a:rPr>
              <a:t></a:t>
            </a:r>
            <a:r>
              <a:rPr sz="1750" spc="-45" dirty="0">
                <a:latin typeface="Times New Roman"/>
                <a:cs typeface="Times New Roman"/>
              </a:rPr>
              <a:t>	</a:t>
            </a: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15" dirty="0">
                <a:latin typeface="Times New Roman"/>
                <a:cs typeface="Times New Roman"/>
              </a:rPr>
              <a:t>1.8315</a:t>
            </a:r>
            <a:r>
              <a:rPr sz="1650" spc="-24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rad</a:t>
            </a:r>
            <a:r>
              <a:rPr sz="1650" i="1" spc="-14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/</a:t>
            </a:r>
            <a:r>
              <a:rPr sz="1650" spc="-260" dirty="0">
                <a:latin typeface="Times New Roman"/>
                <a:cs typeface="Times New Roman"/>
              </a:rPr>
              <a:t> </a:t>
            </a:r>
            <a:r>
              <a:rPr sz="1650" i="1" spc="10" dirty="0"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67453" y="5533102"/>
            <a:ext cx="173164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33144" algn="l"/>
                <a:tab pos="1458595" algn="l"/>
                <a:tab pos="1718310" algn="l"/>
              </a:tabLst>
            </a:pPr>
            <a:r>
              <a:rPr sz="2625" i="1" spc="37" baseline="-20634" dirty="0">
                <a:latin typeface="Symbol"/>
                <a:cs typeface="Symbol"/>
              </a:rPr>
              <a:t></a:t>
            </a:r>
            <a:r>
              <a:rPr sz="1425" i="1" spc="37" baseline="-61403" dirty="0">
                <a:latin typeface="Times New Roman"/>
                <a:cs typeface="Times New Roman"/>
              </a:rPr>
              <a:t>BC</a:t>
            </a:r>
            <a:r>
              <a:rPr sz="1425" i="1" spc="277" baseline="-61403" dirty="0">
                <a:latin typeface="Times New Roman"/>
                <a:cs typeface="Times New Roman"/>
              </a:rPr>
              <a:t> </a:t>
            </a:r>
            <a:r>
              <a:rPr sz="2475" spc="30" baseline="-21885" dirty="0">
                <a:latin typeface="Symbol"/>
                <a:cs typeface="Symbol"/>
              </a:rPr>
              <a:t></a:t>
            </a:r>
            <a:r>
              <a:rPr sz="1650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u="sng" spc="4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50" i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	</a:t>
            </a:r>
            <a:r>
              <a:rPr sz="2475" spc="30" baseline="-21885" dirty="0">
                <a:latin typeface="Symbol"/>
                <a:cs typeface="Symbol"/>
              </a:rPr>
              <a:t></a:t>
            </a:r>
            <a:r>
              <a:rPr sz="1650" u="sng" spc="2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sz="950" i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368550" y="2311400"/>
            <a:ext cx="538480" cy="276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5"/>
              </a:lnSpc>
            </a:pPr>
            <a:r>
              <a:rPr sz="1800" b="1" dirty="0">
                <a:latin typeface="Times New Roman"/>
                <a:cs typeface="Times New Roman"/>
              </a:rPr>
              <a:t>0.5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30200" y="6200247"/>
            <a:ext cx="1548130" cy="0"/>
          </a:xfrm>
          <a:custGeom>
            <a:avLst/>
            <a:gdLst/>
            <a:ahLst/>
            <a:cxnLst/>
            <a:rect l="l" t="t" r="r" b="b"/>
            <a:pathLst>
              <a:path w="1548130">
                <a:moveTo>
                  <a:pt x="0" y="0"/>
                </a:moveTo>
                <a:lnTo>
                  <a:pt x="1547749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30200" y="6242577"/>
            <a:ext cx="1548130" cy="0"/>
          </a:xfrm>
          <a:custGeom>
            <a:avLst/>
            <a:gdLst/>
            <a:ahLst/>
            <a:cxnLst/>
            <a:rect l="l" t="t" r="r" b="b"/>
            <a:pathLst>
              <a:path w="1548130">
                <a:moveTo>
                  <a:pt x="0" y="0"/>
                </a:moveTo>
                <a:lnTo>
                  <a:pt x="1547749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25437" y="6520922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336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25437" y="6563252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336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707123" y="6324072"/>
            <a:ext cx="1583055" cy="0"/>
          </a:xfrm>
          <a:custGeom>
            <a:avLst/>
            <a:gdLst/>
            <a:ahLst/>
            <a:cxnLst/>
            <a:rect l="l" t="t" r="r" b="b"/>
            <a:pathLst>
              <a:path w="1583054">
                <a:moveTo>
                  <a:pt x="0" y="0"/>
                </a:moveTo>
                <a:lnTo>
                  <a:pt x="1582801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707123" y="6366402"/>
            <a:ext cx="1583055" cy="0"/>
          </a:xfrm>
          <a:custGeom>
            <a:avLst/>
            <a:gdLst/>
            <a:ahLst/>
            <a:cxnLst/>
            <a:rect l="l" t="t" r="r" b="b"/>
            <a:pathLst>
              <a:path w="1583054">
                <a:moveTo>
                  <a:pt x="0" y="0"/>
                </a:moveTo>
                <a:lnTo>
                  <a:pt x="1582801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696075" y="6671202"/>
            <a:ext cx="1224280" cy="0"/>
          </a:xfrm>
          <a:custGeom>
            <a:avLst/>
            <a:gdLst/>
            <a:ahLst/>
            <a:cxnLst/>
            <a:rect l="l" t="t" r="r" b="b"/>
            <a:pathLst>
              <a:path w="1224279">
                <a:moveTo>
                  <a:pt x="0" y="0"/>
                </a:moveTo>
                <a:lnTo>
                  <a:pt x="1223899" y="0"/>
                </a:lnTo>
              </a:path>
            </a:pathLst>
          </a:custGeom>
          <a:ln w="211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/>
          <p:nvPr/>
        </p:nvSpPr>
        <p:spPr>
          <a:xfrm>
            <a:off x="1784520" y="2427287"/>
            <a:ext cx="5225879" cy="3693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9143" y="824229"/>
            <a:ext cx="78613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5. </a:t>
            </a:r>
            <a:r>
              <a:rPr sz="1800" dirty="0">
                <a:latin typeface="Comic Sans MS"/>
                <a:cs typeface="Comic Sans MS"/>
              </a:rPr>
              <a:t>The </a:t>
            </a:r>
            <a:r>
              <a:rPr sz="1800" spc="-5" dirty="0">
                <a:latin typeface="Comic Sans MS"/>
                <a:cs typeface="Comic Sans MS"/>
              </a:rPr>
              <a:t>mechanism </a:t>
            </a:r>
            <a:r>
              <a:rPr sz="1800" dirty="0">
                <a:latin typeface="Comic Sans MS"/>
                <a:cs typeface="Comic Sans MS"/>
              </a:rPr>
              <a:t>shown </a:t>
            </a:r>
            <a:r>
              <a:rPr sz="1800" spc="-5" dirty="0">
                <a:latin typeface="Comic Sans MS"/>
                <a:cs typeface="Comic Sans MS"/>
              </a:rPr>
              <a:t>is </a:t>
            </a:r>
            <a:r>
              <a:rPr sz="1800" dirty="0">
                <a:latin typeface="Comic Sans MS"/>
                <a:cs typeface="Comic Sans MS"/>
              </a:rPr>
              <a:t>used at a riveting </a:t>
            </a:r>
            <a:r>
              <a:rPr sz="1800" spc="-5" dirty="0">
                <a:latin typeface="Comic Sans MS"/>
                <a:cs typeface="Comic Sans MS"/>
              </a:rPr>
              <a:t>machine. </a:t>
            </a:r>
            <a:r>
              <a:rPr sz="1800" dirty="0">
                <a:latin typeface="Comic Sans MS"/>
                <a:cs typeface="Comic Sans MS"/>
              </a:rPr>
              <a:t>The </a:t>
            </a:r>
            <a:r>
              <a:rPr sz="1800" spc="-5" dirty="0">
                <a:latin typeface="Comic Sans MS"/>
                <a:cs typeface="Comic Sans MS"/>
              </a:rPr>
              <a:t>mechanism  </a:t>
            </a:r>
            <a:r>
              <a:rPr sz="1800" dirty="0">
                <a:latin typeface="Comic Sans MS"/>
                <a:cs typeface="Comic Sans MS"/>
              </a:rPr>
              <a:t>consists of a </a:t>
            </a:r>
            <a:r>
              <a:rPr sz="1800" spc="-5" dirty="0">
                <a:latin typeface="Comic Sans MS"/>
                <a:cs typeface="Comic Sans MS"/>
              </a:rPr>
              <a:t>drive </a:t>
            </a:r>
            <a:r>
              <a:rPr sz="1800" dirty="0">
                <a:latin typeface="Comic Sans MS"/>
                <a:cs typeface="Comic Sans MS"/>
              </a:rPr>
              <a:t>piston A, </a:t>
            </a:r>
            <a:r>
              <a:rPr sz="1800" spc="-5" dirty="0">
                <a:latin typeface="Comic Sans MS"/>
                <a:cs typeface="Comic Sans MS"/>
              </a:rPr>
              <a:t>three </a:t>
            </a:r>
            <a:r>
              <a:rPr sz="1800" spc="-10" dirty="0">
                <a:latin typeface="Comic Sans MS"/>
                <a:cs typeface="Comic Sans MS"/>
              </a:rPr>
              <a:t>links </a:t>
            </a:r>
            <a:r>
              <a:rPr sz="1800" dirty="0">
                <a:latin typeface="Comic Sans MS"/>
                <a:cs typeface="Comic Sans MS"/>
              </a:rPr>
              <a:t>and </a:t>
            </a:r>
            <a:r>
              <a:rPr sz="1800" spc="-5" dirty="0">
                <a:latin typeface="Comic Sans MS"/>
                <a:cs typeface="Comic Sans MS"/>
              </a:rPr>
              <a:t>sliding block D. </a:t>
            </a:r>
            <a:r>
              <a:rPr sz="1800" dirty="0">
                <a:latin typeface="Comic Sans MS"/>
                <a:cs typeface="Comic Sans MS"/>
              </a:rPr>
              <a:t>If the  </a:t>
            </a:r>
            <a:r>
              <a:rPr sz="1800" spc="-5" dirty="0">
                <a:latin typeface="Comic Sans MS"/>
                <a:cs typeface="Comic Sans MS"/>
              </a:rPr>
              <a:t>velocity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piston </a:t>
            </a:r>
            <a:r>
              <a:rPr sz="1800" dirty="0">
                <a:latin typeface="Comic Sans MS"/>
                <a:cs typeface="Comic Sans MS"/>
              </a:rPr>
              <a:t>at the </a:t>
            </a:r>
            <a:r>
              <a:rPr sz="1800" spc="-10" dirty="0">
                <a:latin typeface="Comic Sans MS"/>
                <a:cs typeface="Comic Sans MS"/>
              </a:rPr>
              <a:t>instant </a:t>
            </a:r>
            <a:r>
              <a:rPr sz="1800" spc="-5" dirty="0">
                <a:latin typeface="Comic Sans MS"/>
                <a:cs typeface="Comic Sans MS"/>
              </a:rPr>
              <a:t>shown is v</a:t>
            </a:r>
            <a:r>
              <a:rPr sz="1800" spc="-7" baseline="-20833" dirty="0">
                <a:latin typeface="Comic Sans MS"/>
                <a:cs typeface="Comic Sans MS"/>
              </a:rPr>
              <a:t>A </a:t>
            </a:r>
            <a:r>
              <a:rPr sz="1800" dirty="0">
                <a:latin typeface="Comic Sans MS"/>
                <a:cs typeface="Comic Sans MS"/>
              </a:rPr>
              <a:t>= 20 </a:t>
            </a:r>
            <a:r>
              <a:rPr sz="1800" spc="-5" dirty="0">
                <a:latin typeface="Comic Sans MS"/>
                <a:cs typeface="Comic Sans MS"/>
              </a:rPr>
              <a:t>m/s, determine </a:t>
            </a:r>
            <a:r>
              <a:rPr sz="1800" dirty="0">
                <a:latin typeface="Comic Sans MS"/>
                <a:cs typeface="Comic Sans MS"/>
              </a:rPr>
              <a:t>the  angular </a:t>
            </a:r>
            <a:r>
              <a:rPr sz="1800" spc="-10" dirty="0">
                <a:latin typeface="Comic Sans MS"/>
                <a:cs typeface="Comic Sans MS"/>
              </a:rPr>
              <a:t>velocity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link CD </a:t>
            </a:r>
            <a:r>
              <a:rPr sz="1800" dirty="0">
                <a:latin typeface="Comic Sans MS"/>
                <a:cs typeface="Comic Sans MS"/>
              </a:rPr>
              <a:t>and </a:t>
            </a:r>
            <a:r>
              <a:rPr sz="1800" spc="-5" dirty="0">
                <a:latin typeface="Comic Sans MS"/>
                <a:cs typeface="Comic Sans MS"/>
              </a:rPr>
              <a:t>the velocity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block D, v</a:t>
            </a:r>
            <a:r>
              <a:rPr sz="1800" spc="-7" baseline="-20833" dirty="0">
                <a:latin typeface="Comic Sans MS"/>
                <a:cs typeface="Comic Sans MS"/>
              </a:rPr>
              <a:t>D</a:t>
            </a:r>
            <a:r>
              <a:rPr sz="1800" spc="-5" dirty="0">
                <a:latin typeface="Comic Sans MS"/>
                <a:cs typeface="Comic Sans MS"/>
              </a:rPr>
              <a:t>. </a:t>
            </a:r>
            <a:r>
              <a:rPr sz="1800" dirty="0">
                <a:latin typeface="Comic Sans MS"/>
                <a:cs typeface="Comic Sans MS"/>
              </a:rPr>
              <a:t>Use </a:t>
            </a:r>
            <a:r>
              <a:rPr sz="1800" spc="-5" dirty="0">
                <a:latin typeface="Comic Sans MS"/>
                <a:cs typeface="Comic Sans MS"/>
              </a:rPr>
              <a:t>the  Method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Instantaneous Center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Zero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Velocity.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omic Sans MS"/>
                <a:cs typeface="Comic Sans MS"/>
              </a:rPr>
              <a:t>PROBLEMS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66501" y="963549"/>
            <a:ext cx="4431119" cy="3131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7230" y="836803"/>
            <a:ext cx="284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v</a:t>
            </a:r>
            <a:r>
              <a:rPr sz="1800" baseline="-20833" dirty="0">
                <a:latin typeface="Comic Sans MS"/>
                <a:cs typeface="Comic Sans MS"/>
              </a:rPr>
              <a:t>A </a:t>
            </a:r>
            <a:r>
              <a:rPr sz="1800" dirty="0">
                <a:latin typeface="Comic Sans MS"/>
                <a:cs typeface="Comic Sans MS"/>
              </a:rPr>
              <a:t>= 20 m/s, </a:t>
            </a:r>
            <a:r>
              <a:rPr sz="1800" spc="-25" dirty="0">
                <a:latin typeface="Symbol"/>
                <a:cs typeface="Symbol"/>
              </a:rPr>
              <a:t></a:t>
            </a:r>
            <a:r>
              <a:rPr sz="1800" spc="-37" baseline="-20833" dirty="0">
                <a:latin typeface="Comic Sans MS"/>
                <a:cs typeface="Comic Sans MS"/>
              </a:rPr>
              <a:t>CD </a:t>
            </a:r>
            <a:r>
              <a:rPr sz="1800" dirty="0">
                <a:latin typeface="Comic Sans MS"/>
                <a:cs typeface="Comic Sans MS"/>
              </a:rPr>
              <a:t>= ?, v</a:t>
            </a:r>
            <a:r>
              <a:rPr sz="1800" baseline="-20833" dirty="0">
                <a:latin typeface="Comic Sans MS"/>
                <a:cs typeface="Comic Sans MS"/>
              </a:rPr>
              <a:t>D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2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?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143" y="780034"/>
            <a:ext cx="78600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6. At the </a:t>
            </a:r>
            <a:r>
              <a:rPr sz="1800" spc="-5" dirty="0">
                <a:latin typeface="Comic Sans MS"/>
                <a:cs typeface="Comic Sans MS"/>
              </a:rPr>
              <a:t>instant </a:t>
            </a:r>
            <a:r>
              <a:rPr sz="1800" dirty="0">
                <a:latin typeface="Comic Sans MS"/>
                <a:cs typeface="Comic Sans MS"/>
              </a:rPr>
              <a:t>shown, </a:t>
            </a:r>
            <a:r>
              <a:rPr sz="1800" spc="-5" dirty="0">
                <a:latin typeface="Comic Sans MS"/>
                <a:cs typeface="Comic Sans MS"/>
              </a:rPr>
              <a:t>if the disk </a:t>
            </a:r>
            <a:r>
              <a:rPr sz="1800" spc="-10" dirty="0">
                <a:latin typeface="Comic Sans MS"/>
                <a:cs typeface="Comic Sans MS"/>
              </a:rPr>
              <a:t>rolling </a:t>
            </a:r>
            <a:r>
              <a:rPr sz="1800" spc="-5" dirty="0">
                <a:latin typeface="Comic Sans MS"/>
                <a:cs typeface="Comic Sans MS"/>
              </a:rPr>
              <a:t>without </a:t>
            </a:r>
            <a:r>
              <a:rPr sz="1800" spc="-10" dirty="0">
                <a:latin typeface="Comic Sans MS"/>
                <a:cs typeface="Comic Sans MS"/>
              </a:rPr>
              <a:t>slipping </a:t>
            </a:r>
            <a:r>
              <a:rPr sz="1800" dirty="0">
                <a:latin typeface="Comic Sans MS"/>
                <a:cs typeface="Comic Sans MS"/>
              </a:rPr>
              <a:t>has an </a:t>
            </a:r>
            <a:r>
              <a:rPr sz="1800" spc="-5" dirty="0">
                <a:latin typeface="Comic Sans MS"/>
                <a:cs typeface="Comic Sans MS"/>
              </a:rPr>
              <a:t>angular  velocity </a:t>
            </a:r>
            <a:r>
              <a:rPr sz="1800" dirty="0">
                <a:latin typeface="Comic Sans MS"/>
                <a:cs typeface="Comic Sans MS"/>
              </a:rPr>
              <a:t>of 7 </a:t>
            </a:r>
            <a:r>
              <a:rPr sz="1800" spc="-5" dirty="0">
                <a:latin typeface="Comic Sans MS"/>
                <a:cs typeface="Comic Sans MS"/>
              </a:rPr>
              <a:t>rad/s (cw), determine </a:t>
            </a:r>
            <a:r>
              <a:rPr sz="1800" spc="-10" dirty="0">
                <a:latin typeface="Comic Sans MS"/>
                <a:cs typeface="Comic Sans MS"/>
              </a:rPr>
              <a:t>the </a:t>
            </a:r>
            <a:r>
              <a:rPr sz="1800" spc="-5" dirty="0">
                <a:latin typeface="Comic Sans MS"/>
                <a:cs typeface="Comic Sans MS"/>
              </a:rPr>
              <a:t>velocity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piston </a:t>
            </a:r>
            <a:r>
              <a:rPr sz="1800" dirty="0">
                <a:latin typeface="Comic Sans MS"/>
                <a:cs typeface="Comic Sans MS"/>
              </a:rPr>
              <a:t>E, </a:t>
            </a:r>
            <a:r>
              <a:rPr sz="1800" spc="-5" dirty="0">
                <a:latin typeface="Comic Sans MS"/>
                <a:cs typeface="Comic Sans MS"/>
              </a:rPr>
              <a:t>angular  velocities </a:t>
            </a:r>
            <a:r>
              <a:rPr sz="1800" dirty="0">
                <a:latin typeface="Comic Sans MS"/>
                <a:cs typeface="Comic Sans MS"/>
              </a:rPr>
              <a:t>of links </a:t>
            </a:r>
            <a:r>
              <a:rPr sz="1800" spc="-5" dirty="0">
                <a:latin typeface="Comic Sans MS"/>
                <a:cs typeface="Comic Sans MS"/>
              </a:rPr>
              <a:t>ACB, </a:t>
            </a:r>
            <a:r>
              <a:rPr sz="1800" dirty="0">
                <a:latin typeface="Comic Sans MS"/>
                <a:cs typeface="Comic Sans MS"/>
              </a:rPr>
              <a:t>BO and </a:t>
            </a:r>
            <a:r>
              <a:rPr sz="1800" spc="-5" dirty="0">
                <a:latin typeface="Comic Sans MS"/>
                <a:cs typeface="Comic Sans MS"/>
              </a:rPr>
              <a:t>EC. </a:t>
            </a:r>
            <a:r>
              <a:rPr sz="1800" dirty="0">
                <a:latin typeface="Comic Sans MS"/>
                <a:cs typeface="Comic Sans MS"/>
              </a:rPr>
              <a:t>Use the </a:t>
            </a:r>
            <a:r>
              <a:rPr sz="1800" spc="-5" dirty="0">
                <a:latin typeface="Comic Sans MS"/>
                <a:cs typeface="Comic Sans MS"/>
              </a:rPr>
              <a:t>Method </a:t>
            </a:r>
            <a:r>
              <a:rPr sz="1800" spc="5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Instantaneous   Center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Zero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Velocity.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30700" y="3583051"/>
            <a:ext cx="1225550" cy="0"/>
          </a:xfrm>
          <a:custGeom>
            <a:avLst/>
            <a:gdLst/>
            <a:ahLst/>
            <a:cxnLst/>
            <a:rect l="l" t="t" r="r" b="b"/>
            <a:pathLst>
              <a:path w="1225550">
                <a:moveTo>
                  <a:pt x="0" y="0"/>
                </a:moveTo>
                <a:lnTo>
                  <a:pt x="12255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08548" y="3586098"/>
            <a:ext cx="50800" cy="900430"/>
          </a:xfrm>
          <a:custGeom>
            <a:avLst/>
            <a:gdLst/>
            <a:ahLst/>
            <a:cxnLst/>
            <a:rect l="l" t="t" r="r" b="b"/>
            <a:pathLst>
              <a:path w="50800" h="900429">
                <a:moveTo>
                  <a:pt x="19050" y="823976"/>
                </a:moveTo>
                <a:lnTo>
                  <a:pt x="0" y="823976"/>
                </a:lnTo>
                <a:lnTo>
                  <a:pt x="25400" y="900176"/>
                </a:lnTo>
                <a:lnTo>
                  <a:pt x="46566" y="836676"/>
                </a:lnTo>
                <a:lnTo>
                  <a:pt x="19050" y="836676"/>
                </a:lnTo>
                <a:lnTo>
                  <a:pt x="19050" y="823976"/>
                </a:lnTo>
                <a:close/>
              </a:path>
              <a:path w="50800" h="900429">
                <a:moveTo>
                  <a:pt x="31750" y="63500"/>
                </a:moveTo>
                <a:lnTo>
                  <a:pt x="19050" y="63500"/>
                </a:lnTo>
                <a:lnTo>
                  <a:pt x="19050" y="836676"/>
                </a:lnTo>
                <a:lnTo>
                  <a:pt x="31750" y="836676"/>
                </a:lnTo>
                <a:lnTo>
                  <a:pt x="31750" y="63500"/>
                </a:lnTo>
                <a:close/>
              </a:path>
              <a:path w="50800" h="900429">
                <a:moveTo>
                  <a:pt x="50800" y="823976"/>
                </a:moveTo>
                <a:lnTo>
                  <a:pt x="31750" y="823976"/>
                </a:lnTo>
                <a:lnTo>
                  <a:pt x="31750" y="836676"/>
                </a:lnTo>
                <a:lnTo>
                  <a:pt x="46566" y="836676"/>
                </a:lnTo>
                <a:lnTo>
                  <a:pt x="50800" y="823976"/>
                </a:lnTo>
                <a:close/>
              </a:path>
              <a:path w="50800" h="900429">
                <a:moveTo>
                  <a:pt x="25400" y="0"/>
                </a:moveTo>
                <a:lnTo>
                  <a:pt x="0" y="76200"/>
                </a:lnTo>
                <a:lnTo>
                  <a:pt x="19050" y="76200"/>
                </a:lnTo>
                <a:lnTo>
                  <a:pt x="19050" y="63500"/>
                </a:lnTo>
                <a:lnTo>
                  <a:pt x="46566" y="63500"/>
                </a:lnTo>
                <a:lnTo>
                  <a:pt x="25400" y="0"/>
                </a:lnTo>
                <a:close/>
              </a:path>
              <a:path w="50800" h="900429">
                <a:moveTo>
                  <a:pt x="46566" y="63500"/>
                </a:moveTo>
                <a:lnTo>
                  <a:pt x="31750" y="63500"/>
                </a:lnTo>
                <a:lnTo>
                  <a:pt x="31750" y="76200"/>
                </a:lnTo>
                <a:lnTo>
                  <a:pt x="50800" y="76200"/>
                </a:lnTo>
                <a:lnTo>
                  <a:pt x="46566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7494" y="3518789"/>
            <a:ext cx="2280920" cy="1028700"/>
          </a:xfrm>
          <a:custGeom>
            <a:avLst/>
            <a:gdLst/>
            <a:ahLst/>
            <a:cxnLst/>
            <a:rect l="l" t="t" r="r" b="b"/>
            <a:pathLst>
              <a:path w="2280920" h="1028700">
                <a:moveTo>
                  <a:pt x="2246503" y="0"/>
                </a:moveTo>
                <a:lnTo>
                  <a:pt x="2280411" y="80518"/>
                </a:lnTo>
                <a:lnTo>
                  <a:pt x="33908" y="1028446"/>
                </a:lnTo>
                <a:lnTo>
                  <a:pt x="0" y="948055"/>
                </a:lnTo>
                <a:lnTo>
                  <a:pt x="2246503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91403" y="4817491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2048" y="3312033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6722" y="4013961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9219" y="4356861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6995" y="3366008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97075" y="4368800"/>
            <a:ext cx="214629" cy="361950"/>
          </a:xfrm>
          <a:custGeom>
            <a:avLst/>
            <a:gdLst/>
            <a:ahLst/>
            <a:cxnLst/>
            <a:rect l="l" t="t" r="r" b="b"/>
            <a:pathLst>
              <a:path w="214630" h="361950">
                <a:moveTo>
                  <a:pt x="107187" y="0"/>
                </a:moveTo>
                <a:lnTo>
                  <a:pt x="43891" y="34917"/>
                </a:lnTo>
                <a:lnTo>
                  <a:pt x="20685" y="74093"/>
                </a:lnTo>
                <a:lnTo>
                  <a:pt x="5466" y="123773"/>
                </a:lnTo>
                <a:lnTo>
                  <a:pt x="0" y="180975"/>
                </a:lnTo>
                <a:lnTo>
                  <a:pt x="5466" y="238176"/>
                </a:lnTo>
                <a:lnTo>
                  <a:pt x="20685" y="287856"/>
                </a:lnTo>
                <a:lnTo>
                  <a:pt x="43891" y="327032"/>
                </a:lnTo>
                <a:lnTo>
                  <a:pt x="73314" y="352723"/>
                </a:lnTo>
                <a:lnTo>
                  <a:pt x="107187" y="361950"/>
                </a:lnTo>
                <a:lnTo>
                  <a:pt x="141061" y="352723"/>
                </a:lnTo>
                <a:lnTo>
                  <a:pt x="170484" y="327032"/>
                </a:lnTo>
                <a:lnTo>
                  <a:pt x="193690" y="287856"/>
                </a:lnTo>
                <a:lnTo>
                  <a:pt x="208909" y="238176"/>
                </a:lnTo>
                <a:lnTo>
                  <a:pt x="214375" y="180975"/>
                </a:lnTo>
                <a:lnTo>
                  <a:pt x="208909" y="123773"/>
                </a:lnTo>
                <a:lnTo>
                  <a:pt x="193690" y="74093"/>
                </a:lnTo>
                <a:lnTo>
                  <a:pt x="170484" y="34917"/>
                </a:lnTo>
                <a:lnTo>
                  <a:pt x="141061" y="9226"/>
                </a:lnTo>
                <a:lnTo>
                  <a:pt x="107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97075" y="4368800"/>
            <a:ext cx="214629" cy="361950"/>
          </a:xfrm>
          <a:custGeom>
            <a:avLst/>
            <a:gdLst/>
            <a:ahLst/>
            <a:cxnLst/>
            <a:rect l="l" t="t" r="r" b="b"/>
            <a:pathLst>
              <a:path w="214630" h="361950">
                <a:moveTo>
                  <a:pt x="0" y="180975"/>
                </a:moveTo>
                <a:lnTo>
                  <a:pt x="5466" y="123773"/>
                </a:lnTo>
                <a:lnTo>
                  <a:pt x="20685" y="74093"/>
                </a:lnTo>
                <a:lnTo>
                  <a:pt x="43891" y="34917"/>
                </a:lnTo>
                <a:lnTo>
                  <a:pt x="73314" y="9226"/>
                </a:lnTo>
                <a:lnTo>
                  <a:pt x="107187" y="0"/>
                </a:lnTo>
                <a:lnTo>
                  <a:pt x="141061" y="9226"/>
                </a:lnTo>
                <a:lnTo>
                  <a:pt x="170484" y="34917"/>
                </a:lnTo>
                <a:lnTo>
                  <a:pt x="193690" y="74093"/>
                </a:lnTo>
                <a:lnTo>
                  <a:pt x="208909" y="123773"/>
                </a:lnTo>
                <a:lnTo>
                  <a:pt x="214375" y="180975"/>
                </a:lnTo>
                <a:lnTo>
                  <a:pt x="208909" y="238176"/>
                </a:lnTo>
                <a:lnTo>
                  <a:pt x="193690" y="287856"/>
                </a:lnTo>
                <a:lnTo>
                  <a:pt x="170484" y="327032"/>
                </a:lnTo>
                <a:lnTo>
                  <a:pt x="141061" y="352723"/>
                </a:lnTo>
                <a:lnTo>
                  <a:pt x="107187" y="361950"/>
                </a:lnTo>
                <a:lnTo>
                  <a:pt x="73314" y="352723"/>
                </a:lnTo>
                <a:lnTo>
                  <a:pt x="43891" y="327032"/>
                </a:lnTo>
                <a:lnTo>
                  <a:pt x="20685" y="287856"/>
                </a:lnTo>
                <a:lnTo>
                  <a:pt x="5466" y="238176"/>
                </a:lnTo>
                <a:lnTo>
                  <a:pt x="0" y="1809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1500" y="4556125"/>
            <a:ext cx="488950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55851" y="4559300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>
                <a:moveTo>
                  <a:pt x="0" y="0"/>
                </a:moveTo>
                <a:lnTo>
                  <a:pt x="4809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06701" y="3387725"/>
            <a:ext cx="307975" cy="196850"/>
          </a:xfrm>
          <a:custGeom>
            <a:avLst/>
            <a:gdLst/>
            <a:ahLst/>
            <a:cxnLst/>
            <a:rect l="l" t="t" r="r" b="b"/>
            <a:pathLst>
              <a:path w="307975" h="196850">
                <a:moveTo>
                  <a:pt x="0" y="196850"/>
                </a:moveTo>
                <a:lnTo>
                  <a:pt x="307975" y="196850"/>
                </a:lnTo>
                <a:lnTo>
                  <a:pt x="307975" y="0"/>
                </a:lnTo>
                <a:lnTo>
                  <a:pt x="0" y="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89201" y="3598926"/>
            <a:ext cx="863600" cy="1905"/>
          </a:xfrm>
          <a:custGeom>
            <a:avLst/>
            <a:gdLst/>
            <a:ahLst/>
            <a:cxnLst/>
            <a:rect l="l" t="t" r="r" b="b"/>
            <a:pathLst>
              <a:path w="863600" h="1904">
                <a:moveTo>
                  <a:pt x="0" y="0"/>
                </a:moveTo>
                <a:lnTo>
                  <a:pt x="863600" y="152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90725" y="3609975"/>
            <a:ext cx="863600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06507" y="3427333"/>
            <a:ext cx="833755" cy="662305"/>
          </a:xfrm>
          <a:custGeom>
            <a:avLst/>
            <a:gdLst/>
            <a:ahLst/>
            <a:cxnLst/>
            <a:rect l="l" t="t" r="r" b="b"/>
            <a:pathLst>
              <a:path w="833755" h="662304">
                <a:moveTo>
                  <a:pt x="51085" y="0"/>
                </a:moveTo>
                <a:lnTo>
                  <a:pt x="3063" y="55768"/>
                </a:lnTo>
                <a:lnTo>
                  <a:pt x="0" y="67310"/>
                </a:lnTo>
                <a:lnTo>
                  <a:pt x="1903" y="72967"/>
                </a:lnTo>
                <a:lnTo>
                  <a:pt x="5984" y="77612"/>
                </a:lnTo>
                <a:lnTo>
                  <a:pt x="771032" y="659145"/>
                </a:lnTo>
                <a:lnTo>
                  <a:pt x="776606" y="661830"/>
                </a:lnTo>
                <a:lnTo>
                  <a:pt x="782574" y="662146"/>
                </a:lnTo>
                <a:lnTo>
                  <a:pt x="788231" y="660199"/>
                </a:lnTo>
                <a:lnTo>
                  <a:pt x="792876" y="656097"/>
                </a:lnTo>
                <a:lnTo>
                  <a:pt x="830722" y="606440"/>
                </a:lnTo>
                <a:lnTo>
                  <a:pt x="833407" y="600866"/>
                </a:lnTo>
                <a:lnTo>
                  <a:pt x="833723" y="594899"/>
                </a:lnTo>
                <a:lnTo>
                  <a:pt x="831776" y="589242"/>
                </a:lnTo>
                <a:lnTo>
                  <a:pt x="827674" y="584596"/>
                </a:lnTo>
                <a:lnTo>
                  <a:pt x="62626" y="3063"/>
                </a:lnTo>
                <a:lnTo>
                  <a:pt x="57052" y="359"/>
                </a:lnTo>
                <a:lnTo>
                  <a:pt x="51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06507" y="3427333"/>
            <a:ext cx="833755" cy="662305"/>
          </a:xfrm>
          <a:custGeom>
            <a:avLst/>
            <a:gdLst/>
            <a:ahLst/>
            <a:cxnLst/>
            <a:rect l="l" t="t" r="r" b="b"/>
            <a:pathLst>
              <a:path w="833755" h="662304">
                <a:moveTo>
                  <a:pt x="5984" y="77612"/>
                </a:moveTo>
                <a:lnTo>
                  <a:pt x="1903" y="72967"/>
                </a:lnTo>
                <a:lnTo>
                  <a:pt x="0" y="67310"/>
                </a:lnTo>
                <a:lnTo>
                  <a:pt x="359" y="61342"/>
                </a:lnTo>
                <a:lnTo>
                  <a:pt x="3063" y="55768"/>
                </a:lnTo>
                <a:lnTo>
                  <a:pt x="40782" y="5984"/>
                </a:lnTo>
                <a:lnTo>
                  <a:pt x="45428" y="1903"/>
                </a:lnTo>
                <a:lnTo>
                  <a:pt x="51085" y="0"/>
                </a:lnTo>
                <a:lnTo>
                  <a:pt x="57052" y="359"/>
                </a:lnTo>
                <a:lnTo>
                  <a:pt x="62626" y="3063"/>
                </a:lnTo>
                <a:lnTo>
                  <a:pt x="827674" y="584596"/>
                </a:lnTo>
                <a:lnTo>
                  <a:pt x="831776" y="589242"/>
                </a:lnTo>
                <a:lnTo>
                  <a:pt x="833723" y="594899"/>
                </a:lnTo>
                <a:lnTo>
                  <a:pt x="833407" y="600866"/>
                </a:lnTo>
                <a:lnTo>
                  <a:pt x="830722" y="606440"/>
                </a:lnTo>
                <a:lnTo>
                  <a:pt x="792876" y="656097"/>
                </a:lnTo>
                <a:lnTo>
                  <a:pt x="788231" y="660199"/>
                </a:lnTo>
                <a:lnTo>
                  <a:pt x="782574" y="662146"/>
                </a:lnTo>
                <a:lnTo>
                  <a:pt x="776606" y="661830"/>
                </a:lnTo>
                <a:lnTo>
                  <a:pt x="771032" y="659145"/>
                </a:lnTo>
                <a:lnTo>
                  <a:pt x="5984" y="776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7151" y="4486275"/>
            <a:ext cx="3695700" cy="1905"/>
          </a:xfrm>
          <a:custGeom>
            <a:avLst/>
            <a:gdLst/>
            <a:ahLst/>
            <a:cxnLst/>
            <a:rect l="l" t="t" r="r" b="b"/>
            <a:pathLst>
              <a:path w="3695700" h="1904">
                <a:moveTo>
                  <a:pt x="0" y="1524"/>
                </a:moveTo>
                <a:lnTo>
                  <a:pt x="3695700" y="0"/>
                </a:lnTo>
              </a:path>
            </a:pathLst>
          </a:custGeom>
          <a:ln w="63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2251" y="4498975"/>
            <a:ext cx="1081405" cy="1081405"/>
          </a:xfrm>
          <a:custGeom>
            <a:avLst/>
            <a:gdLst/>
            <a:ahLst/>
            <a:cxnLst/>
            <a:rect l="l" t="t" r="r" b="b"/>
            <a:pathLst>
              <a:path w="1081404" h="1081404">
                <a:moveTo>
                  <a:pt x="0" y="540512"/>
                </a:moveTo>
                <a:lnTo>
                  <a:pt x="2208" y="491324"/>
                </a:lnTo>
                <a:lnTo>
                  <a:pt x="8706" y="443371"/>
                </a:lnTo>
                <a:lnTo>
                  <a:pt x="19303" y="396845"/>
                </a:lnTo>
                <a:lnTo>
                  <a:pt x="33808" y="351936"/>
                </a:lnTo>
                <a:lnTo>
                  <a:pt x="52032" y="308836"/>
                </a:lnTo>
                <a:lnTo>
                  <a:pt x="73782" y="267734"/>
                </a:lnTo>
                <a:lnTo>
                  <a:pt x="98869" y="228823"/>
                </a:lnTo>
                <a:lnTo>
                  <a:pt x="127101" y="192294"/>
                </a:lnTo>
                <a:lnTo>
                  <a:pt x="158289" y="158337"/>
                </a:lnTo>
                <a:lnTo>
                  <a:pt x="192242" y="127143"/>
                </a:lnTo>
                <a:lnTo>
                  <a:pt x="228768" y="98904"/>
                </a:lnTo>
                <a:lnTo>
                  <a:pt x="267678" y="73810"/>
                </a:lnTo>
                <a:lnTo>
                  <a:pt x="308780" y="52053"/>
                </a:lnTo>
                <a:lnTo>
                  <a:pt x="351885" y="33823"/>
                </a:lnTo>
                <a:lnTo>
                  <a:pt x="396801" y="19312"/>
                </a:lnTo>
                <a:lnTo>
                  <a:pt x="443338" y="8710"/>
                </a:lnTo>
                <a:lnTo>
                  <a:pt x="491305" y="2209"/>
                </a:lnTo>
                <a:lnTo>
                  <a:pt x="540512" y="0"/>
                </a:lnTo>
                <a:lnTo>
                  <a:pt x="589699" y="2209"/>
                </a:lnTo>
                <a:lnTo>
                  <a:pt x="637652" y="8710"/>
                </a:lnTo>
                <a:lnTo>
                  <a:pt x="684178" y="19312"/>
                </a:lnTo>
                <a:lnTo>
                  <a:pt x="729087" y="33823"/>
                </a:lnTo>
                <a:lnTo>
                  <a:pt x="772187" y="52053"/>
                </a:lnTo>
                <a:lnTo>
                  <a:pt x="813289" y="73810"/>
                </a:lnTo>
                <a:lnTo>
                  <a:pt x="852200" y="98904"/>
                </a:lnTo>
                <a:lnTo>
                  <a:pt x="888729" y="127143"/>
                </a:lnTo>
                <a:lnTo>
                  <a:pt x="922686" y="158337"/>
                </a:lnTo>
                <a:lnTo>
                  <a:pt x="953880" y="192294"/>
                </a:lnTo>
                <a:lnTo>
                  <a:pt x="982119" y="228823"/>
                </a:lnTo>
                <a:lnTo>
                  <a:pt x="1007213" y="267734"/>
                </a:lnTo>
                <a:lnTo>
                  <a:pt x="1028970" y="308836"/>
                </a:lnTo>
                <a:lnTo>
                  <a:pt x="1047200" y="351936"/>
                </a:lnTo>
                <a:lnTo>
                  <a:pt x="1061711" y="396845"/>
                </a:lnTo>
                <a:lnTo>
                  <a:pt x="1072313" y="443371"/>
                </a:lnTo>
                <a:lnTo>
                  <a:pt x="1078814" y="491324"/>
                </a:lnTo>
                <a:lnTo>
                  <a:pt x="1081024" y="540512"/>
                </a:lnTo>
                <a:lnTo>
                  <a:pt x="1078814" y="589719"/>
                </a:lnTo>
                <a:lnTo>
                  <a:pt x="1072313" y="637689"/>
                </a:lnTo>
                <a:lnTo>
                  <a:pt x="1061711" y="684231"/>
                </a:lnTo>
                <a:lnTo>
                  <a:pt x="1047200" y="729154"/>
                </a:lnTo>
                <a:lnTo>
                  <a:pt x="1028970" y="772267"/>
                </a:lnTo>
                <a:lnTo>
                  <a:pt x="1007213" y="813378"/>
                </a:lnTo>
                <a:lnTo>
                  <a:pt x="982119" y="852298"/>
                </a:lnTo>
                <a:lnTo>
                  <a:pt x="953880" y="888834"/>
                </a:lnTo>
                <a:lnTo>
                  <a:pt x="922686" y="922797"/>
                </a:lnTo>
                <a:lnTo>
                  <a:pt x="888729" y="953996"/>
                </a:lnTo>
                <a:lnTo>
                  <a:pt x="852200" y="982239"/>
                </a:lnTo>
                <a:lnTo>
                  <a:pt x="813289" y="1007335"/>
                </a:lnTo>
                <a:lnTo>
                  <a:pt x="772187" y="1029095"/>
                </a:lnTo>
                <a:lnTo>
                  <a:pt x="729087" y="1047326"/>
                </a:lnTo>
                <a:lnTo>
                  <a:pt x="684178" y="1061838"/>
                </a:lnTo>
                <a:lnTo>
                  <a:pt x="637652" y="1072440"/>
                </a:lnTo>
                <a:lnTo>
                  <a:pt x="589699" y="1078941"/>
                </a:lnTo>
                <a:lnTo>
                  <a:pt x="540512" y="1081151"/>
                </a:lnTo>
                <a:lnTo>
                  <a:pt x="491305" y="1078941"/>
                </a:lnTo>
                <a:lnTo>
                  <a:pt x="443338" y="1072440"/>
                </a:lnTo>
                <a:lnTo>
                  <a:pt x="396801" y="1061838"/>
                </a:lnTo>
                <a:lnTo>
                  <a:pt x="351885" y="1047326"/>
                </a:lnTo>
                <a:lnTo>
                  <a:pt x="308780" y="1029095"/>
                </a:lnTo>
                <a:lnTo>
                  <a:pt x="267678" y="1007335"/>
                </a:lnTo>
                <a:lnTo>
                  <a:pt x="228768" y="982239"/>
                </a:lnTo>
                <a:lnTo>
                  <a:pt x="192242" y="953996"/>
                </a:lnTo>
                <a:lnTo>
                  <a:pt x="158289" y="922797"/>
                </a:lnTo>
                <a:lnTo>
                  <a:pt x="127101" y="888834"/>
                </a:lnTo>
                <a:lnTo>
                  <a:pt x="98869" y="852298"/>
                </a:lnTo>
                <a:lnTo>
                  <a:pt x="73782" y="813378"/>
                </a:lnTo>
                <a:lnTo>
                  <a:pt x="52032" y="772267"/>
                </a:lnTo>
                <a:lnTo>
                  <a:pt x="33808" y="729154"/>
                </a:lnTo>
                <a:lnTo>
                  <a:pt x="19303" y="684231"/>
                </a:lnTo>
                <a:lnTo>
                  <a:pt x="8706" y="637689"/>
                </a:lnTo>
                <a:lnTo>
                  <a:pt x="2208" y="589719"/>
                </a:lnTo>
                <a:lnTo>
                  <a:pt x="0" y="5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46700" y="4330700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6350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7075" y="5011673"/>
            <a:ext cx="1609725" cy="0"/>
          </a:xfrm>
          <a:custGeom>
            <a:avLst/>
            <a:gdLst/>
            <a:ahLst/>
            <a:cxnLst/>
            <a:rect l="l" t="t" r="r" b="b"/>
            <a:pathLst>
              <a:path w="1609725">
                <a:moveTo>
                  <a:pt x="0" y="0"/>
                </a:moveTo>
                <a:lnTo>
                  <a:pt x="1609725" y="0"/>
                </a:lnTo>
              </a:path>
            </a:pathLst>
          </a:custGeom>
          <a:ln w="6350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99000" y="5583301"/>
            <a:ext cx="1584325" cy="1905"/>
          </a:xfrm>
          <a:custGeom>
            <a:avLst/>
            <a:gdLst/>
            <a:ahLst/>
            <a:cxnLst/>
            <a:rect l="l" t="t" r="r" b="b"/>
            <a:pathLst>
              <a:path w="1584325" h="1904">
                <a:moveTo>
                  <a:pt x="1584325" y="152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87550" y="3284538"/>
            <a:ext cx="868362" cy="71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92376" y="3355975"/>
            <a:ext cx="863600" cy="19050"/>
          </a:xfrm>
          <a:custGeom>
            <a:avLst/>
            <a:gdLst/>
            <a:ahLst/>
            <a:cxnLst/>
            <a:rect l="l" t="t" r="r" b="b"/>
            <a:pathLst>
              <a:path w="863600" h="19050">
                <a:moveTo>
                  <a:pt x="0" y="19050"/>
                </a:moveTo>
                <a:lnTo>
                  <a:pt x="863600" y="19050"/>
                </a:lnTo>
                <a:lnTo>
                  <a:pt x="863600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82800" y="4457700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7"/>
                </a:lnTo>
                <a:lnTo>
                  <a:pt x="7905" y="7889"/>
                </a:lnTo>
                <a:lnTo>
                  <a:pt x="2119" y="16448"/>
                </a:lnTo>
                <a:lnTo>
                  <a:pt x="0" y="26924"/>
                </a:lnTo>
                <a:lnTo>
                  <a:pt x="2119" y="37472"/>
                </a:lnTo>
                <a:lnTo>
                  <a:pt x="7905" y="46069"/>
                </a:lnTo>
                <a:lnTo>
                  <a:pt x="16502" y="51855"/>
                </a:lnTo>
                <a:lnTo>
                  <a:pt x="27050" y="53975"/>
                </a:lnTo>
                <a:lnTo>
                  <a:pt x="37526" y="51855"/>
                </a:lnTo>
                <a:lnTo>
                  <a:pt x="46085" y="46069"/>
                </a:lnTo>
                <a:lnTo>
                  <a:pt x="51857" y="37472"/>
                </a:lnTo>
                <a:lnTo>
                  <a:pt x="53975" y="26924"/>
                </a:lnTo>
                <a:lnTo>
                  <a:pt x="51857" y="16448"/>
                </a:lnTo>
                <a:lnTo>
                  <a:pt x="46085" y="7889"/>
                </a:lnTo>
                <a:lnTo>
                  <a:pt x="37526" y="2117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82800" y="4457700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6924"/>
                </a:moveTo>
                <a:lnTo>
                  <a:pt x="2119" y="16448"/>
                </a:lnTo>
                <a:lnTo>
                  <a:pt x="7905" y="7889"/>
                </a:lnTo>
                <a:lnTo>
                  <a:pt x="16502" y="2117"/>
                </a:lnTo>
                <a:lnTo>
                  <a:pt x="27050" y="0"/>
                </a:lnTo>
                <a:lnTo>
                  <a:pt x="37526" y="2117"/>
                </a:lnTo>
                <a:lnTo>
                  <a:pt x="46085" y="7889"/>
                </a:lnTo>
                <a:lnTo>
                  <a:pt x="51857" y="16448"/>
                </a:lnTo>
                <a:lnTo>
                  <a:pt x="53975" y="26924"/>
                </a:lnTo>
                <a:lnTo>
                  <a:pt x="51857" y="37472"/>
                </a:lnTo>
                <a:lnTo>
                  <a:pt x="46085" y="46069"/>
                </a:lnTo>
                <a:lnTo>
                  <a:pt x="37526" y="51855"/>
                </a:lnTo>
                <a:lnTo>
                  <a:pt x="27050" y="53975"/>
                </a:lnTo>
                <a:lnTo>
                  <a:pt x="16502" y="51855"/>
                </a:lnTo>
                <a:lnTo>
                  <a:pt x="7905" y="46069"/>
                </a:lnTo>
                <a:lnTo>
                  <a:pt x="2119" y="37472"/>
                </a:lnTo>
                <a:lnTo>
                  <a:pt x="0" y="26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40051" y="3467100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4">
                <a:moveTo>
                  <a:pt x="22987" y="0"/>
                </a:moveTo>
                <a:lnTo>
                  <a:pt x="14037" y="1805"/>
                </a:lnTo>
                <a:lnTo>
                  <a:pt x="6731" y="6731"/>
                </a:lnTo>
                <a:lnTo>
                  <a:pt x="1805" y="14037"/>
                </a:lnTo>
                <a:lnTo>
                  <a:pt x="0" y="22987"/>
                </a:lnTo>
                <a:lnTo>
                  <a:pt x="1805" y="31956"/>
                </a:lnTo>
                <a:lnTo>
                  <a:pt x="6731" y="39306"/>
                </a:lnTo>
                <a:lnTo>
                  <a:pt x="14037" y="44275"/>
                </a:lnTo>
                <a:lnTo>
                  <a:pt x="22987" y="46100"/>
                </a:lnTo>
                <a:lnTo>
                  <a:pt x="31936" y="44275"/>
                </a:lnTo>
                <a:lnTo>
                  <a:pt x="39243" y="39306"/>
                </a:lnTo>
                <a:lnTo>
                  <a:pt x="44168" y="31956"/>
                </a:lnTo>
                <a:lnTo>
                  <a:pt x="45974" y="22987"/>
                </a:lnTo>
                <a:lnTo>
                  <a:pt x="44168" y="14037"/>
                </a:lnTo>
                <a:lnTo>
                  <a:pt x="39243" y="6731"/>
                </a:lnTo>
                <a:lnTo>
                  <a:pt x="31936" y="1805"/>
                </a:lnTo>
                <a:lnTo>
                  <a:pt x="22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40051" y="3467100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4">
                <a:moveTo>
                  <a:pt x="0" y="22987"/>
                </a:moveTo>
                <a:lnTo>
                  <a:pt x="1805" y="14037"/>
                </a:lnTo>
                <a:lnTo>
                  <a:pt x="6731" y="6731"/>
                </a:lnTo>
                <a:lnTo>
                  <a:pt x="14037" y="1805"/>
                </a:lnTo>
                <a:lnTo>
                  <a:pt x="22987" y="0"/>
                </a:lnTo>
                <a:lnTo>
                  <a:pt x="31936" y="1805"/>
                </a:lnTo>
                <a:lnTo>
                  <a:pt x="39243" y="6730"/>
                </a:lnTo>
                <a:lnTo>
                  <a:pt x="44168" y="14037"/>
                </a:lnTo>
                <a:lnTo>
                  <a:pt x="45974" y="22987"/>
                </a:lnTo>
                <a:lnTo>
                  <a:pt x="44168" y="31956"/>
                </a:lnTo>
                <a:lnTo>
                  <a:pt x="39243" y="39306"/>
                </a:lnTo>
                <a:lnTo>
                  <a:pt x="31936" y="44275"/>
                </a:lnTo>
                <a:lnTo>
                  <a:pt x="22987" y="46100"/>
                </a:lnTo>
                <a:lnTo>
                  <a:pt x="14037" y="44275"/>
                </a:lnTo>
                <a:lnTo>
                  <a:pt x="6731" y="39306"/>
                </a:lnTo>
                <a:lnTo>
                  <a:pt x="1805" y="31956"/>
                </a:lnTo>
                <a:lnTo>
                  <a:pt x="0" y="229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59125" y="4011548"/>
            <a:ext cx="53975" cy="54610"/>
          </a:xfrm>
          <a:custGeom>
            <a:avLst/>
            <a:gdLst/>
            <a:ahLst/>
            <a:cxnLst/>
            <a:rect l="l" t="t" r="r" b="b"/>
            <a:pathLst>
              <a:path w="53975" h="54610">
                <a:moveTo>
                  <a:pt x="27050" y="0"/>
                </a:moveTo>
                <a:lnTo>
                  <a:pt x="16502" y="2137"/>
                </a:lnTo>
                <a:lnTo>
                  <a:pt x="7905" y="7953"/>
                </a:lnTo>
                <a:lnTo>
                  <a:pt x="2119" y="16555"/>
                </a:lnTo>
                <a:lnTo>
                  <a:pt x="0" y="27050"/>
                </a:lnTo>
                <a:lnTo>
                  <a:pt x="2119" y="37546"/>
                </a:lnTo>
                <a:lnTo>
                  <a:pt x="7905" y="46148"/>
                </a:lnTo>
                <a:lnTo>
                  <a:pt x="16502" y="51964"/>
                </a:lnTo>
                <a:lnTo>
                  <a:pt x="27050" y="54101"/>
                </a:lnTo>
                <a:lnTo>
                  <a:pt x="37526" y="51964"/>
                </a:lnTo>
                <a:lnTo>
                  <a:pt x="46085" y="46148"/>
                </a:lnTo>
                <a:lnTo>
                  <a:pt x="51857" y="37546"/>
                </a:lnTo>
                <a:lnTo>
                  <a:pt x="53975" y="27050"/>
                </a:lnTo>
                <a:lnTo>
                  <a:pt x="51857" y="16555"/>
                </a:lnTo>
                <a:lnTo>
                  <a:pt x="46085" y="7953"/>
                </a:lnTo>
                <a:lnTo>
                  <a:pt x="37526" y="2137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59125" y="4011548"/>
            <a:ext cx="53975" cy="54610"/>
          </a:xfrm>
          <a:custGeom>
            <a:avLst/>
            <a:gdLst/>
            <a:ahLst/>
            <a:cxnLst/>
            <a:rect l="l" t="t" r="r" b="b"/>
            <a:pathLst>
              <a:path w="53975" h="54610">
                <a:moveTo>
                  <a:pt x="0" y="27050"/>
                </a:moveTo>
                <a:lnTo>
                  <a:pt x="2119" y="16555"/>
                </a:lnTo>
                <a:lnTo>
                  <a:pt x="7905" y="7953"/>
                </a:lnTo>
                <a:lnTo>
                  <a:pt x="16502" y="2137"/>
                </a:lnTo>
                <a:lnTo>
                  <a:pt x="27050" y="0"/>
                </a:lnTo>
                <a:lnTo>
                  <a:pt x="37526" y="2137"/>
                </a:lnTo>
                <a:lnTo>
                  <a:pt x="46085" y="7953"/>
                </a:lnTo>
                <a:lnTo>
                  <a:pt x="51857" y="16555"/>
                </a:lnTo>
                <a:lnTo>
                  <a:pt x="53975" y="27050"/>
                </a:lnTo>
                <a:lnTo>
                  <a:pt x="51857" y="37546"/>
                </a:lnTo>
                <a:lnTo>
                  <a:pt x="46085" y="46148"/>
                </a:lnTo>
                <a:lnTo>
                  <a:pt x="37526" y="51964"/>
                </a:lnTo>
                <a:lnTo>
                  <a:pt x="27050" y="54101"/>
                </a:lnTo>
                <a:lnTo>
                  <a:pt x="16502" y="51964"/>
                </a:lnTo>
                <a:lnTo>
                  <a:pt x="7905" y="46148"/>
                </a:lnTo>
                <a:lnTo>
                  <a:pt x="2119" y="37546"/>
                </a:lnTo>
                <a:lnTo>
                  <a:pt x="0" y="2705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13426" y="4989448"/>
            <a:ext cx="53975" cy="54610"/>
          </a:xfrm>
          <a:custGeom>
            <a:avLst/>
            <a:gdLst/>
            <a:ahLst/>
            <a:cxnLst/>
            <a:rect l="l" t="t" r="r" b="b"/>
            <a:pathLst>
              <a:path w="53975" h="54610">
                <a:moveTo>
                  <a:pt x="26924" y="0"/>
                </a:moveTo>
                <a:lnTo>
                  <a:pt x="16448" y="2137"/>
                </a:lnTo>
                <a:lnTo>
                  <a:pt x="7889" y="7953"/>
                </a:lnTo>
                <a:lnTo>
                  <a:pt x="2117" y="16555"/>
                </a:lnTo>
                <a:lnTo>
                  <a:pt x="0" y="27050"/>
                </a:lnTo>
                <a:lnTo>
                  <a:pt x="2117" y="37546"/>
                </a:lnTo>
                <a:lnTo>
                  <a:pt x="7889" y="46148"/>
                </a:lnTo>
                <a:lnTo>
                  <a:pt x="16448" y="51964"/>
                </a:lnTo>
                <a:lnTo>
                  <a:pt x="26924" y="54101"/>
                </a:lnTo>
                <a:lnTo>
                  <a:pt x="37419" y="51964"/>
                </a:lnTo>
                <a:lnTo>
                  <a:pt x="46021" y="46148"/>
                </a:lnTo>
                <a:lnTo>
                  <a:pt x="51837" y="37546"/>
                </a:lnTo>
                <a:lnTo>
                  <a:pt x="53975" y="27050"/>
                </a:lnTo>
                <a:lnTo>
                  <a:pt x="51837" y="16555"/>
                </a:lnTo>
                <a:lnTo>
                  <a:pt x="46021" y="7953"/>
                </a:lnTo>
                <a:lnTo>
                  <a:pt x="37419" y="2137"/>
                </a:lnTo>
                <a:lnTo>
                  <a:pt x="26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13426" y="4989448"/>
            <a:ext cx="53975" cy="54610"/>
          </a:xfrm>
          <a:custGeom>
            <a:avLst/>
            <a:gdLst/>
            <a:ahLst/>
            <a:cxnLst/>
            <a:rect l="l" t="t" r="r" b="b"/>
            <a:pathLst>
              <a:path w="53975" h="54610">
                <a:moveTo>
                  <a:pt x="0" y="27050"/>
                </a:moveTo>
                <a:lnTo>
                  <a:pt x="2117" y="16555"/>
                </a:lnTo>
                <a:lnTo>
                  <a:pt x="7889" y="7953"/>
                </a:lnTo>
                <a:lnTo>
                  <a:pt x="16448" y="2137"/>
                </a:lnTo>
                <a:lnTo>
                  <a:pt x="26924" y="0"/>
                </a:lnTo>
                <a:lnTo>
                  <a:pt x="37419" y="2137"/>
                </a:lnTo>
                <a:lnTo>
                  <a:pt x="46021" y="7953"/>
                </a:lnTo>
                <a:lnTo>
                  <a:pt x="51837" y="16555"/>
                </a:lnTo>
                <a:lnTo>
                  <a:pt x="53975" y="27050"/>
                </a:lnTo>
                <a:lnTo>
                  <a:pt x="51837" y="37546"/>
                </a:lnTo>
                <a:lnTo>
                  <a:pt x="46021" y="46148"/>
                </a:lnTo>
                <a:lnTo>
                  <a:pt x="37419" y="51964"/>
                </a:lnTo>
                <a:lnTo>
                  <a:pt x="26924" y="54101"/>
                </a:lnTo>
                <a:lnTo>
                  <a:pt x="16448" y="51964"/>
                </a:lnTo>
                <a:lnTo>
                  <a:pt x="7889" y="46148"/>
                </a:lnTo>
                <a:lnTo>
                  <a:pt x="2117" y="37546"/>
                </a:lnTo>
                <a:lnTo>
                  <a:pt x="0" y="2705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79950" y="5594350"/>
            <a:ext cx="1584325" cy="142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91605" y="5046091"/>
            <a:ext cx="506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=3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89651" y="5125870"/>
            <a:ext cx="395605" cy="74930"/>
          </a:xfrm>
          <a:custGeom>
            <a:avLst/>
            <a:gdLst/>
            <a:ahLst/>
            <a:cxnLst/>
            <a:rect l="l" t="t" r="r" b="b"/>
            <a:pathLst>
              <a:path w="395604" h="74929">
                <a:moveTo>
                  <a:pt x="0" y="74779"/>
                </a:moveTo>
                <a:lnTo>
                  <a:pt x="53728" y="51508"/>
                </a:lnTo>
                <a:lnTo>
                  <a:pt x="106933" y="30345"/>
                </a:lnTo>
                <a:lnTo>
                  <a:pt x="159091" y="13396"/>
                </a:lnTo>
                <a:lnTo>
                  <a:pt x="209676" y="2770"/>
                </a:lnTo>
                <a:lnTo>
                  <a:pt x="258135" y="0"/>
                </a:lnTo>
                <a:lnTo>
                  <a:pt x="304831" y="3754"/>
                </a:lnTo>
                <a:lnTo>
                  <a:pt x="350337" y="11842"/>
                </a:lnTo>
                <a:lnTo>
                  <a:pt x="395224" y="2207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1853" y="4523613"/>
            <a:ext cx="281940" cy="382270"/>
          </a:xfrm>
          <a:custGeom>
            <a:avLst/>
            <a:gdLst/>
            <a:ahLst/>
            <a:cxnLst/>
            <a:rect l="l" t="t" r="r" b="b"/>
            <a:pathLst>
              <a:path w="281939" h="382270">
                <a:moveTo>
                  <a:pt x="237786" y="257543"/>
                </a:moveTo>
                <a:lnTo>
                  <a:pt x="206629" y="262763"/>
                </a:lnTo>
                <a:lnTo>
                  <a:pt x="264922" y="381762"/>
                </a:lnTo>
                <a:lnTo>
                  <a:pt x="279145" y="270129"/>
                </a:lnTo>
                <a:lnTo>
                  <a:pt x="240030" y="270129"/>
                </a:lnTo>
                <a:lnTo>
                  <a:pt x="237786" y="257543"/>
                </a:lnTo>
                <a:close/>
              </a:path>
              <a:path w="281939" h="382270">
                <a:moveTo>
                  <a:pt x="250216" y="255461"/>
                </a:moveTo>
                <a:lnTo>
                  <a:pt x="237786" y="257543"/>
                </a:lnTo>
                <a:lnTo>
                  <a:pt x="240030" y="270129"/>
                </a:lnTo>
                <a:lnTo>
                  <a:pt x="252475" y="267843"/>
                </a:lnTo>
                <a:lnTo>
                  <a:pt x="250216" y="255461"/>
                </a:lnTo>
                <a:close/>
              </a:path>
              <a:path w="281939" h="382270">
                <a:moveTo>
                  <a:pt x="281686" y="250189"/>
                </a:moveTo>
                <a:lnTo>
                  <a:pt x="250216" y="255461"/>
                </a:lnTo>
                <a:lnTo>
                  <a:pt x="252475" y="267843"/>
                </a:lnTo>
                <a:lnTo>
                  <a:pt x="240030" y="270129"/>
                </a:lnTo>
                <a:lnTo>
                  <a:pt x="279145" y="270129"/>
                </a:lnTo>
                <a:lnTo>
                  <a:pt x="281686" y="250189"/>
                </a:lnTo>
                <a:close/>
              </a:path>
              <a:path w="281939" h="382270">
                <a:moveTo>
                  <a:pt x="6096" y="0"/>
                </a:moveTo>
                <a:lnTo>
                  <a:pt x="0" y="11049"/>
                </a:lnTo>
                <a:lnTo>
                  <a:pt x="44069" y="35432"/>
                </a:lnTo>
                <a:lnTo>
                  <a:pt x="65532" y="47751"/>
                </a:lnTo>
                <a:lnTo>
                  <a:pt x="105918" y="72389"/>
                </a:lnTo>
                <a:lnTo>
                  <a:pt x="140970" y="97409"/>
                </a:lnTo>
                <a:lnTo>
                  <a:pt x="180339" y="135128"/>
                </a:lnTo>
                <a:lnTo>
                  <a:pt x="206121" y="172847"/>
                </a:lnTo>
                <a:lnTo>
                  <a:pt x="226060" y="217550"/>
                </a:lnTo>
                <a:lnTo>
                  <a:pt x="237786" y="257543"/>
                </a:lnTo>
                <a:lnTo>
                  <a:pt x="250216" y="255461"/>
                </a:lnTo>
                <a:lnTo>
                  <a:pt x="237871" y="212979"/>
                </a:lnTo>
                <a:lnTo>
                  <a:pt x="217170" y="166369"/>
                </a:lnTo>
                <a:lnTo>
                  <a:pt x="189611" y="126618"/>
                </a:lnTo>
                <a:lnTo>
                  <a:pt x="148589" y="87375"/>
                </a:lnTo>
                <a:lnTo>
                  <a:pt x="112649" y="61594"/>
                </a:lnTo>
                <a:lnTo>
                  <a:pt x="71882" y="36703"/>
                </a:lnTo>
                <a:lnTo>
                  <a:pt x="50164" y="24384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912358" y="4547361"/>
            <a:ext cx="680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Symbol"/>
                <a:cs typeface="Symbol"/>
              </a:rPr>
              <a:t></a:t>
            </a:r>
            <a:r>
              <a:rPr sz="1200" spc="-22" baseline="-20833" dirty="0">
                <a:latin typeface="Trebuchet MS"/>
                <a:cs typeface="Trebuchet MS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=7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rad/s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279900" y="3578225"/>
            <a:ext cx="0" cy="2486025"/>
          </a:xfrm>
          <a:custGeom>
            <a:avLst/>
            <a:gdLst/>
            <a:ahLst/>
            <a:cxnLst/>
            <a:rect l="l" t="t" r="r" b="b"/>
            <a:pathLst>
              <a:path h="2486025">
                <a:moveTo>
                  <a:pt x="0" y="2486025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32275" y="3521583"/>
            <a:ext cx="1184275" cy="1565910"/>
          </a:xfrm>
          <a:custGeom>
            <a:avLst/>
            <a:gdLst/>
            <a:ahLst/>
            <a:cxnLst/>
            <a:rect l="l" t="t" r="r" b="b"/>
            <a:pathLst>
              <a:path w="1184275" h="1565910">
                <a:moveTo>
                  <a:pt x="68961" y="0"/>
                </a:moveTo>
                <a:lnTo>
                  <a:pt x="0" y="50926"/>
                </a:lnTo>
                <a:lnTo>
                  <a:pt x="1115314" y="1565783"/>
                </a:lnTo>
                <a:lnTo>
                  <a:pt x="1184275" y="1514983"/>
                </a:lnTo>
                <a:lnTo>
                  <a:pt x="689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32275" y="3521583"/>
            <a:ext cx="1184275" cy="1565910"/>
          </a:xfrm>
          <a:custGeom>
            <a:avLst/>
            <a:gdLst/>
            <a:ahLst/>
            <a:cxnLst/>
            <a:rect l="l" t="t" r="r" b="b"/>
            <a:pathLst>
              <a:path w="1184275" h="1565910">
                <a:moveTo>
                  <a:pt x="1184275" y="1514983"/>
                </a:moveTo>
                <a:lnTo>
                  <a:pt x="1115314" y="1565783"/>
                </a:lnTo>
                <a:lnTo>
                  <a:pt x="0" y="50926"/>
                </a:lnTo>
                <a:lnTo>
                  <a:pt x="68961" y="0"/>
                </a:lnTo>
                <a:lnTo>
                  <a:pt x="1184275" y="151498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40350" y="5638800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42545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18125" y="498792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7"/>
                </a:lnTo>
                <a:lnTo>
                  <a:pt x="7905" y="7889"/>
                </a:lnTo>
                <a:lnTo>
                  <a:pt x="2119" y="16448"/>
                </a:lnTo>
                <a:lnTo>
                  <a:pt x="0" y="26924"/>
                </a:lnTo>
                <a:lnTo>
                  <a:pt x="2119" y="37472"/>
                </a:lnTo>
                <a:lnTo>
                  <a:pt x="7905" y="46069"/>
                </a:lnTo>
                <a:lnTo>
                  <a:pt x="16502" y="51855"/>
                </a:lnTo>
                <a:lnTo>
                  <a:pt x="27050" y="53975"/>
                </a:lnTo>
                <a:lnTo>
                  <a:pt x="37526" y="51855"/>
                </a:lnTo>
                <a:lnTo>
                  <a:pt x="46085" y="46069"/>
                </a:lnTo>
                <a:lnTo>
                  <a:pt x="51857" y="37472"/>
                </a:lnTo>
                <a:lnTo>
                  <a:pt x="53975" y="26924"/>
                </a:lnTo>
                <a:lnTo>
                  <a:pt x="51857" y="16448"/>
                </a:lnTo>
                <a:lnTo>
                  <a:pt x="46085" y="7889"/>
                </a:lnTo>
                <a:lnTo>
                  <a:pt x="37526" y="2117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18125" y="498792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6924"/>
                </a:moveTo>
                <a:lnTo>
                  <a:pt x="2119" y="16448"/>
                </a:lnTo>
                <a:lnTo>
                  <a:pt x="7905" y="7889"/>
                </a:lnTo>
                <a:lnTo>
                  <a:pt x="16502" y="2117"/>
                </a:lnTo>
                <a:lnTo>
                  <a:pt x="27050" y="0"/>
                </a:lnTo>
                <a:lnTo>
                  <a:pt x="37526" y="2117"/>
                </a:lnTo>
                <a:lnTo>
                  <a:pt x="46085" y="7889"/>
                </a:lnTo>
                <a:lnTo>
                  <a:pt x="51857" y="16448"/>
                </a:lnTo>
                <a:lnTo>
                  <a:pt x="53975" y="26924"/>
                </a:lnTo>
                <a:lnTo>
                  <a:pt x="51857" y="37472"/>
                </a:lnTo>
                <a:lnTo>
                  <a:pt x="46085" y="46069"/>
                </a:lnTo>
                <a:lnTo>
                  <a:pt x="37526" y="51855"/>
                </a:lnTo>
                <a:lnTo>
                  <a:pt x="27050" y="53975"/>
                </a:lnTo>
                <a:lnTo>
                  <a:pt x="16502" y="51855"/>
                </a:lnTo>
                <a:lnTo>
                  <a:pt x="7905" y="46069"/>
                </a:lnTo>
                <a:lnTo>
                  <a:pt x="2119" y="37472"/>
                </a:lnTo>
                <a:lnTo>
                  <a:pt x="0" y="26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68723" y="5981700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632452" y="5800140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113026" y="4505325"/>
            <a:ext cx="1905" cy="1539875"/>
          </a:xfrm>
          <a:custGeom>
            <a:avLst/>
            <a:gdLst/>
            <a:ahLst/>
            <a:cxnLst/>
            <a:rect l="l" t="t" r="r" b="b"/>
            <a:pathLst>
              <a:path w="1905" h="1539875">
                <a:moveTo>
                  <a:pt x="0" y="1539875"/>
                </a:moveTo>
                <a:lnTo>
                  <a:pt x="15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08200" y="5983287"/>
            <a:ext cx="2160905" cy="50800"/>
          </a:xfrm>
          <a:custGeom>
            <a:avLst/>
            <a:gdLst/>
            <a:ahLst/>
            <a:cxnLst/>
            <a:rect l="l" t="t" r="r" b="b"/>
            <a:pathLst>
              <a:path w="2160904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2160904" h="50800">
                <a:moveTo>
                  <a:pt x="2084324" y="0"/>
                </a:moveTo>
                <a:lnTo>
                  <a:pt x="2084324" y="50800"/>
                </a:lnTo>
                <a:lnTo>
                  <a:pt x="2141474" y="31750"/>
                </a:lnTo>
                <a:lnTo>
                  <a:pt x="2097151" y="31750"/>
                </a:lnTo>
                <a:lnTo>
                  <a:pt x="2097151" y="19050"/>
                </a:lnTo>
                <a:lnTo>
                  <a:pt x="2141474" y="19050"/>
                </a:lnTo>
                <a:lnTo>
                  <a:pt x="2084324" y="0"/>
                </a:lnTo>
                <a:close/>
              </a:path>
              <a:path w="2160904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2160904" h="50800">
                <a:moveTo>
                  <a:pt x="2084324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2084324" y="31750"/>
                </a:lnTo>
                <a:lnTo>
                  <a:pt x="2084324" y="19050"/>
                </a:lnTo>
                <a:close/>
              </a:path>
              <a:path w="2160904" h="50800">
                <a:moveTo>
                  <a:pt x="2141474" y="19050"/>
                </a:moveTo>
                <a:lnTo>
                  <a:pt x="2097151" y="19050"/>
                </a:lnTo>
                <a:lnTo>
                  <a:pt x="2097151" y="31750"/>
                </a:lnTo>
                <a:lnTo>
                  <a:pt x="2141474" y="31750"/>
                </a:lnTo>
                <a:lnTo>
                  <a:pt x="2160524" y="25400"/>
                </a:lnTo>
                <a:lnTo>
                  <a:pt x="2141474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79598" y="5771489"/>
            <a:ext cx="4006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457450" y="4040123"/>
            <a:ext cx="719455" cy="0"/>
          </a:xfrm>
          <a:custGeom>
            <a:avLst/>
            <a:gdLst/>
            <a:ahLst/>
            <a:cxnLst/>
            <a:rect l="l" t="t" r="r" b="b"/>
            <a:pathLst>
              <a:path w="719455">
                <a:moveTo>
                  <a:pt x="719201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364994" y="3624833"/>
            <a:ext cx="918210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6425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36.87</a:t>
            </a:r>
            <a:r>
              <a:rPr sz="1200" baseline="24305" dirty="0">
                <a:latin typeface="Times New Roman"/>
                <a:cs typeface="Times New Roman"/>
              </a:rPr>
              <a:t>o</a:t>
            </a:r>
            <a:endParaRPr sz="1200" baseline="2430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254500" y="3549650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9"/>
                </a:lnTo>
                <a:lnTo>
                  <a:pt x="7905" y="7905"/>
                </a:lnTo>
                <a:lnTo>
                  <a:pt x="2119" y="16502"/>
                </a:lnTo>
                <a:lnTo>
                  <a:pt x="0" y="27050"/>
                </a:lnTo>
                <a:lnTo>
                  <a:pt x="2119" y="37526"/>
                </a:lnTo>
                <a:lnTo>
                  <a:pt x="7905" y="46085"/>
                </a:lnTo>
                <a:lnTo>
                  <a:pt x="16502" y="51857"/>
                </a:lnTo>
                <a:lnTo>
                  <a:pt x="27050" y="53975"/>
                </a:lnTo>
                <a:lnTo>
                  <a:pt x="37526" y="51857"/>
                </a:lnTo>
                <a:lnTo>
                  <a:pt x="46085" y="46085"/>
                </a:lnTo>
                <a:lnTo>
                  <a:pt x="51857" y="37526"/>
                </a:lnTo>
                <a:lnTo>
                  <a:pt x="53975" y="27050"/>
                </a:lnTo>
                <a:lnTo>
                  <a:pt x="51857" y="16502"/>
                </a:lnTo>
                <a:lnTo>
                  <a:pt x="46085" y="7905"/>
                </a:lnTo>
                <a:lnTo>
                  <a:pt x="37526" y="2119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54500" y="3549650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7050"/>
                </a:moveTo>
                <a:lnTo>
                  <a:pt x="2119" y="16502"/>
                </a:lnTo>
                <a:lnTo>
                  <a:pt x="7905" y="7905"/>
                </a:lnTo>
                <a:lnTo>
                  <a:pt x="16502" y="2119"/>
                </a:lnTo>
                <a:lnTo>
                  <a:pt x="27050" y="0"/>
                </a:lnTo>
                <a:lnTo>
                  <a:pt x="37526" y="2119"/>
                </a:lnTo>
                <a:lnTo>
                  <a:pt x="46085" y="7905"/>
                </a:lnTo>
                <a:lnTo>
                  <a:pt x="51857" y="16502"/>
                </a:lnTo>
                <a:lnTo>
                  <a:pt x="53975" y="27050"/>
                </a:lnTo>
                <a:lnTo>
                  <a:pt x="51857" y="37526"/>
                </a:lnTo>
                <a:lnTo>
                  <a:pt x="46085" y="46085"/>
                </a:lnTo>
                <a:lnTo>
                  <a:pt x="37526" y="51857"/>
                </a:lnTo>
                <a:lnTo>
                  <a:pt x="27050" y="53975"/>
                </a:lnTo>
                <a:lnTo>
                  <a:pt x="16502" y="51857"/>
                </a:lnTo>
                <a:lnTo>
                  <a:pt x="7905" y="46085"/>
                </a:lnTo>
                <a:lnTo>
                  <a:pt x="2119" y="37526"/>
                </a:lnTo>
                <a:lnTo>
                  <a:pt x="0" y="27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445378" y="3966209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195701" y="4038600"/>
            <a:ext cx="0" cy="1043305"/>
          </a:xfrm>
          <a:custGeom>
            <a:avLst/>
            <a:gdLst/>
            <a:ahLst/>
            <a:cxnLst/>
            <a:rect l="l" t="t" r="r" b="b"/>
            <a:pathLst>
              <a:path h="1043304">
                <a:moveTo>
                  <a:pt x="0" y="0"/>
                </a:moveTo>
                <a:lnTo>
                  <a:pt x="0" y="104292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11375" y="4981575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95573" y="4987925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439670" y="4791836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514725" y="4809490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352415" y="5024120"/>
            <a:ext cx="427990" cy="319405"/>
          </a:xfrm>
          <a:custGeom>
            <a:avLst/>
            <a:gdLst/>
            <a:ahLst/>
            <a:cxnLst/>
            <a:rect l="l" t="t" r="r" b="b"/>
            <a:pathLst>
              <a:path w="427989" h="319404">
                <a:moveTo>
                  <a:pt x="362677" y="279080"/>
                </a:moveTo>
                <a:lnTo>
                  <a:pt x="351282" y="294385"/>
                </a:lnTo>
                <a:lnTo>
                  <a:pt x="427609" y="319404"/>
                </a:lnTo>
                <a:lnTo>
                  <a:pt x="404710" y="286638"/>
                </a:lnTo>
                <a:lnTo>
                  <a:pt x="372872" y="286638"/>
                </a:lnTo>
                <a:lnTo>
                  <a:pt x="362677" y="279080"/>
                </a:lnTo>
                <a:close/>
              </a:path>
              <a:path w="427989" h="319404">
                <a:moveTo>
                  <a:pt x="370262" y="268893"/>
                </a:moveTo>
                <a:lnTo>
                  <a:pt x="362677" y="279080"/>
                </a:lnTo>
                <a:lnTo>
                  <a:pt x="372872" y="286638"/>
                </a:lnTo>
                <a:lnTo>
                  <a:pt x="380492" y="276478"/>
                </a:lnTo>
                <a:lnTo>
                  <a:pt x="370262" y="268893"/>
                </a:lnTo>
                <a:close/>
              </a:path>
              <a:path w="427989" h="319404">
                <a:moveTo>
                  <a:pt x="381635" y="253618"/>
                </a:moveTo>
                <a:lnTo>
                  <a:pt x="370262" y="268893"/>
                </a:lnTo>
                <a:lnTo>
                  <a:pt x="380492" y="276478"/>
                </a:lnTo>
                <a:lnTo>
                  <a:pt x="372872" y="286638"/>
                </a:lnTo>
                <a:lnTo>
                  <a:pt x="404710" y="286638"/>
                </a:lnTo>
                <a:lnTo>
                  <a:pt x="381635" y="253618"/>
                </a:lnTo>
                <a:close/>
              </a:path>
              <a:path w="427989" h="319404">
                <a:moveTo>
                  <a:pt x="7620" y="0"/>
                </a:moveTo>
                <a:lnTo>
                  <a:pt x="0" y="10159"/>
                </a:lnTo>
                <a:lnTo>
                  <a:pt x="362677" y="279080"/>
                </a:lnTo>
                <a:lnTo>
                  <a:pt x="370262" y="268893"/>
                </a:lnTo>
                <a:lnTo>
                  <a:pt x="76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736850" y="3827526"/>
            <a:ext cx="95250" cy="2157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31" y="0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0973" y="445770"/>
            <a:ext cx="472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Symbol"/>
                <a:cs typeface="Symbol"/>
              </a:rPr>
              <a:t></a:t>
            </a:r>
            <a:r>
              <a:rPr sz="1800" spc="-22" baseline="-20833" dirty="0">
                <a:latin typeface="Comic Sans MS"/>
                <a:cs typeface="Comic Sans MS"/>
              </a:rPr>
              <a:t>disk </a:t>
            </a:r>
            <a:r>
              <a:rPr sz="1800" dirty="0">
                <a:latin typeface="Comic Sans MS"/>
                <a:cs typeface="Comic Sans MS"/>
              </a:rPr>
              <a:t>= 7 </a:t>
            </a:r>
            <a:r>
              <a:rPr sz="1800" spc="-5" dirty="0">
                <a:latin typeface="Comic Sans MS"/>
                <a:cs typeface="Comic Sans MS"/>
              </a:rPr>
              <a:t>rad/s (cw), </a:t>
            </a:r>
            <a:r>
              <a:rPr sz="1800" spc="-15" dirty="0">
                <a:latin typeface="Symbol"/>
                <a:cs typeface="Symbol"/>
              </a:rPr>
              <a:t></a:t>
            </a:r>
            <a:r>
              <a:rPr sz="1800" spc="-22" baseline="-20833" dirty="0">
                <a:latin typeface="Comic Sans MS"/>
                <a:cs typeface="Comic Sans MS"/>
              </a:rPr>
              <a:t>ACB </a:t>
            </a:r>
            <a:r>
              <a:rPr sz="1800" dirty="0">
                <a:latin typeface="Comic Sans MS"/>
                <a:cs typeface="Comic Sans MS"/>
              </a:rPr>
              <a:t>= ?, </a:t>
            </a:r>
            <a:r>
              <a:rPr sz="1800" spc="-20" dirty="0">
                <a:latin typeface="Symbol"/>
                <a:cs typeface="Symbol"/>
              </a:rPr>
              <a:t></a:t>
            </a:r>
            <a:r>
              <a:rPr sz="1800" spc="-30" baseline="-20833" dirty="0">
                <a:latin typeface="Comic Sans MS"/>
                <a:cs typeface="Comic Sans MS"/>
              </a:rPr>
              <a:t>BO </a:t>
            </a:r>
            <a:r>
              <a:rPr sz="1800" dirty="0">
                <a:latin typeface="Comic Sans MS"/>
                <a:cs typeface="Comic Sans MS"/>
              </a:rPr>
              <a:t>= ?, </a:t>
            </a:r>
            <a:r>
              <a:rPr sz="1800" spc="-15" dirty="0">
                <a:latin typeface="Symbol"/>
                <a:cs typeface="Symbol"/>
              </a:rPr>
              <a:t></a:t>
            </a:r>
            <a:r>
              <a:rPr sz="1800" spc="-22" baseline="-20833" dirty="0">
                <a:latin typeface="Comic Sans MS"/>
                <a:cs typeface="Comic Sans MS"/>
              </a:rPr>
              <a:t>EC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1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?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30215" y="3661664"/>
            <a:ext cx="1225550" cy="0"/>
          </a:xfrm>
          <a:custGeom>
            <a:avLst/>
            <a:gdLst/>
            <a:ahLst/>
            <a:cxnLst/>
            <a:rect l="l" t="t" r="r" b="b"/>
            <a:pathLst>
              <a:path w="1225550">
                <a:moveTo>
                  <a:pt x="0" y="0"/>
                </a:moveTo>
                <a:lnTo>
                  <a:pt x="12255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08191" y="3664839"/>
            <a:ext cx="50800" cy="900430"/>
          </a:xfrm>
          <a:custGeom>
            <a:avLst/>
            <a:gdLst/>
            <a:ahLst/>
            <a:cxnLst/>
            <a:rect l="l" t="t" r="r" b="b"/>
            <a:pathLst>
              <a:path w="50800" h="900429">
                <a:moveTo>
                  <a:pt x="19050" y="823849"/>
                </a:moveTo>
                <a:lnTo>
                  <a:pt x="0" y="823849"/>
                </a:lnTo>
                <a:lnTo>
                  <a:pt x="25400" y="900049"/>
                </a:lnTo>
                <a:lnTo>
                  <a:pt x="46566" y="836549"/>
                </a:lnTo>
                <a:lnTo>
                  <a:pt x="19050" y="836549"/>
                </a:lnTo>
                <a:lnTo>
                  <a:pt x="19050" y="823849"/>
                </a:lnTo>
                <a:close/>
              </a:path>
              <a:path w="50800" h="900429">
                <a:moveTo>
                  <a:pt x="31750" y="63500"/>
                </a:moveTo>
                <a:lnTo>
                  <a:pt x="19050" y="63500"/>
                </a:lnTo>
                <a:lnTo>
                  <a:pt x="19050" y="836549"/>
                </a:lnTo>
                <a:lnTo>
                  <a:pt x="31750" y="836549"/>
                </a:lnTo>
                <a:lnTo>
                  <a:pt x="31750" y="63500"/>
                </a:lnTo>
                <a:close/>
              </a:path>
              <a:path w="50800" h="900429">
                <a:moveTo>
                  <a:pt x="50800" y="823849"/>
                </a:moveTo>
                <a:lnTo>
                  <a:pt x="31750" y="823849"/>
                </a:lnTo>
                <a:lnTo>
                  <a:pt x="31750" y="836549"/>
                </a:lnTo>
                <a:lnTo>
                  <a:pt x="46566" y="836549"/>
                </a:lnTo>
                <a:lnTo>
                  <a:pt x="50800" y="823849"/>
                </a:lnTo>
                <a:close/>
              </a:path>
              <a:path w="50800" h="900429">
                <a:moveTo>
                  <a:pt x="25400" y="0"/>
                </a:moveTo>
                <a:lnTo>
                  <a:pt x="0" y="76200"/>
                </a:lnTo>
                <a:lnTo>
                  <a:pt x="19050" y="76200"/>
                </a:lnTo>
                <a:lnTo>
                  <a:pt x="19050" y="63500"/>
                </a:lnTo>
                <a:lnTo>
                  <a:pt x="46566" y="63500"/>
                </a:lnTo>
                <a:lnTo>
                  <a:pt x="25400" y="0"/>
                </a:lnTo>
                <a:close/>
              </a:path>
              <a:path w="50800" h="900429">
                <a:moveTo>
                  <a:pt x="46566" y="63500"/>
                </a:moveTo>
                <a:lnTo>
                  <a:pt x="31750" y="63500"/>
                </a:lnTo>
                <a:lnTo>
                  <a:pt x="31750" y="76200"/>
                </a:lnTo>
                <a:lnTo>
                  <a:pt x="50800" y="76200"/>
                </a:lnTo>
                <a:lnTo>
                  <a:pt x="46566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47008" y="3597528"/>
            <a:ext cx="2280920" cy="1028700"/>
          </a:xfrm>
          <a:custGeom>
            <a:avLst/>
            <a:gdLst/>
            <a:ahLst/>
            <a:cxnLst/>
            <a:rect l="l" t="t" r="r" b="b"/>
            <a:pathLst>
              <a:path w="2280920" h="1028700">
                <a:moveTo>
                  <a:pt x="2246503" y="0"/>
                </a:moveTo>
                <a:lnTo>
                  <a:pt x="2280539" y="80391"/>
                </a:lnTo>
                <a:lnTo>
                  <a:pt x="33908" y="1028446"/>
                </a:lnTo>
                <a:lnTo>
                  <a:pt x="0" y="947928"/>
                </a:lnTo>
                <a:lnTo>
                  <a:pt x="2246503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91045" y="4896104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2071" y="3390646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6490" y="4092702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8860" y="4435602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6638" y="3444620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96589" y="4447413"/>
            <a:ext cx="214629" cy="361950"/>
          </a:xfrm>
          <a:custGeom>
            <a:avLst/>
            <a:gdLst/>
            <a:ahLst/>
            <a:cxnLst/>
            <a:rect l="l" t="t" r="r" b="b"/>
            <a:pathLst>
              <a:path w="214629" h="361950">
                <a:moveTo>
                  <a:pt x="107187" y="0"/>
                </a:moveTo>
                <a:lnTo>
                  <a:pt x="43891" y="34917"/>
                </a:lnTo>
                <a:lnTo>
                  <a:pt x="20685" y="74093"/>
                </a:lnTo>
                <a:lnTo>
                  <a:pt x="5466" y="123773"/>
                </a:lnTo>
                <a:lnTo>
                  <a:pt x="0" y="180975"/>
                </a:lnTo>
                <a:lnTo>
                  <a:pt x="5466" y="238176"/>
                </a:lnTo>
                <a:lnTo>
                  <a:pt x="20685" y="287856"/>
                </a:lnTo>
                <a:lnTo>
                  <a:pt x="43891" y="327032"/>
                </a:lnTo>
                <a:lnTo>
                  <a:pt x="73314" y="352723"/>
                </a:lnTo>
                <a:lnTo>
                  <a:pt x="107187" y="361950"/>
                </a:lnTo>
                <a:lnTo>
                  <a:pt x="141061" y="352723"/>
                </a:lnTo>
                <a:lnTo>
                  <a:pt x="170484" y="327032"/>
                </a:lnTo>
                <a:lnTo>
                  <a:pt x="193690" y="287856"/>
                </a:lnTo>
                <a:lnTo>
                  <a:pt x="208909" y="238176"/>
                </a:lnTo>
                <a:lnTo>
                  <a:pt x="214375" y="180975"/>
                </a:lnTo>
                <a:lnTo>
                  <a:pt x="208909" y="123773"/>
                </a:lnTo>
                <a:lnTo>
                  <a:pt x="193690" y="74093"/>
                </a:lnTo>
                <a:lnTo>
                  <a:pt x="170484" y="34917"/>
                </a:lnTo>
                <a:lnTo>
                  <a:pt x="141061" y="9226"/>
                </a:lnTo>
                <a:lnTo>
                  <a:pt x="107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96589" y="4447413"/>
            <a:ext cx="214629" cy="361950"/>
          </a:xfrm>
          <a:custGeom>
            <a:avLst/>
            <a:gdLst/>
            <a:ahLst/>
            <a:cxnLst/>
            <a:rect l="l" t="t" r="r" b="b"/>
            <a:pathLst>
              <a:path w="214629" h="361950">
                <a:moveTo>
                  <a:pt x="0" y="180975"/>
                </a:moveTo>
                <a:lnTo>
                  <a:pt x="5466" y="123773"/>
                </a:lnTo>
                <a:lnTo>
                  <a:pt x="20685" y="74093"/>
                </a:lnTo>
                <a:lnTo>
                  <a:pt x="43891" y="34917"/>
                </a:lnTo>
                <a:lnTo>
                  <a:pt x="73314" y="9226"/>
                </a:lnTo>
                <a:lnTo>
                  <a:pt x="107187" y="0"/>
                </a:lnTo>
                <a:lnTo>
                  <a:pt x="141061" y="9226"/>
                </a:lnTo>
                <a:lnTo>
                  <a:pt x="170484" y="34917"/>
                </a:lnTo>
                <a:lnTo>
                  <a:pt x="193690" y="74093"/>
                </a:lnTo>
                <a:lnTo>
                  <a:pt x="208909" y="123773"/>
                </a:lnTo>
                <a:lnTo>
                  <a:pt x="214375" y="180975"/>
                </a:lnTo>
                <a:lnTo>
                  <a:pt x="208909" y="238176"/>
                </a:lnTo>
                <a:lnTo>
                  <a:pt x="193690" y="287856"/>
                </a:lnTo>
                <a:lnTo>
                  <a:pt x="170484" y="327032"/>
                </a:lnTo>
                <a:lnTo>
                  <a:pt x="141061" y="352723"/>
                </a:lnTo>
                <a:lnTo>
                  <a:pt x="107187" y="361950"/>
                </a:lnTo>
                <a:lnTo>
                  <a:pt x="73314" y="352723"/>
                </a:lnTo>
                <a:lnTo>
                  <a:pt x="43891" y="327032"/>
                </a:lnTo>
                <a:lnTo>
                  <a:pt x="20685" y="287856"/>
                </a:lnTo>
                <a:lnTo>
                  <a:pt x="5466" y="238176"/>
                </a:lnTo>
                <a:lnTo>
                  <a:pt x="0" y="1809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1014" y="4634738"/>
            <a:ext cx="488950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55366" y="4637913"/>
            <a:ext cx="481330" cy="0"/>
          </a:xfrm>
          <a:custGeom>
            <a:avLst/>
            <a:gdLst/>
            <a:ahLst/>
            <a:cxnLst/>
            <a:rect l="l" t="t" r="r" b="b"/>
            <a:pathLst>
              <a:path w="481329">
                <a:moveTo>
                  <a:pt x="0" y="0"/>
                </a:moveTo>
                <a:lnTo>
                  <a:pt x="48094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6215" y="3466338"/>
            <a:ext cx="307975" cy="196850"/>
          </a:xfrm>
          <a:custGeom>
            <a:avLst/>
            <a:gdLst/>
            <a:ahLst/>
            <a:cxnLst/>
            <a:rect l="l" t="t" r="r" b="b"/>
            <a:pathLst>
              <a:path w="307975" h="196850">
                <a:moveTo>
                  <a:pt x="0" y="196850"/>
                </a:moveTo>
                <a:lnTo>
                  <a:pt x="307975" y="196850"/>
                </a:lnTo>
                <a:lnTo>
                  <a:pt x="307975" y="0"/>
                </a:lnTo>
                <a:lnTo>
                  <a:pt x="0" y="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88716" y="3677539"/>
            <a:ext cx="863600" cy="1905"/>
          </a:xfrm>
          <a:custGeom>
            <a:avLst/>
            <a:gdLst/>
            <a:ahLst/>
            <a:cxnLst/>
            <a:rect l="l" t="t" r="r" b="b"/>
            <a:pathLst>
              <a:path w="863600" h="1904">
                <a:moveTo>
                  <a:pt x="0" y="0"/>
                </a:moveTo>
                <a:lnTo>
                  <a:pt x="863599" y="152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90239" y="3688588"/>
            <a:ext cx="863600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06022" y="3506009"/>
            <a:ext cx="834390" cy="662305"/>
          </a:xfrm>
          <a:custGeom>
            <a:avLst/>
            <a:gdLst/>
            <a:ahLst/>
            <a:cxnLst/>
            <a:rect l="l" t="t" r="r" b="b"/>
            <a:pathLst>
              <a:path w="834389" h="662304">
                <a:moveTo>
                  <a:pt x="51101" y="0"/>
                </a:moveTo>
                <a:lnTo>
                  <a:pt x="3063" y="55705"/>
                </a:lnTo>
                <a:lnTo>
                  <a:pt x="0" y="67246"/>
                </a:lnTo>
                <a:lnTo>
                  <a:pt x="1903" y="72903"/>
                </a:lnTo>
                <a:lnTo>
                  <a:pt x="5984" y="77549"/>
                </a:lnTo>
                <a:lnTo>
                  <a:pt x="771032" y="659082"/>
                </a:lnTo>
                <a:lnTo>
                  <a:pt x="776608" y="661787"/>
                </a:lnTo>
                <a:lnTo>
                  <a:pt x="782589" y="662146"/>
                </a:lnTo>
                <a:lnTo>
                  <a:pt x="788285" y="660243"/>
                </a:lnTo>
                <a:lnTo>
                  <a:pt x="793003" y="656161"/>
                </a:lnTo>
                <a:lnTo>
                  <a:pt x="830722" y="606377"/>
                </a:lnTo>
                <a:lnTo>
                  <a:pt x="833427" y="600803"/>
                </a:lnTo>
                <a:lnTo>
                  <a:pt x="833786" y="594836"/>
                </a:lnTo>
                <a:lnTo>
                  <a:pt x="831883" y="589178"/>
                </a:lnTo>
                <a:lnTo>
                  <a:pt x="827801" y="584533"/>
                </a:lnTo>
                <a:lnTo>
                  <a:pt x="62753" y="3000"/>
                </a:lnTo>
                <a:lnTo>
                  <a:pt x="57106" y="315"/>
                </a:lnTo>
                <a:lnTo>
                  <a:pt x="511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06022" y="3506009"/>
            <a:ext cx="834390" cy="662305"/>
          </a:xfrm>
          <a:custGeom>
            <a:avLst/>
            <a:gdLst/>
            <a:ahLst/>
            <a:cxnLst/>
            <a:rect l="l" t="t" r="r" b="b"/>
            <a:pathLst>
              <a:path w="834389" h="662304">
                <a:moveTo>
                  <a:pt x="5984" y="77549"/>
                </a:moveTo>
                <a:lnTo>
                  <a:pt x="1903" y="72903"/>
                </a:lnTo>
                <a:lnTo>
                  <a:pt x="0" y="67246"/>
                </a:lnTo>
                <a:lnTo>
                  <a:pt x="359" y="61279"/>
                </a:lnTo>
                <a:lnTo>
                  <a:pt x="3063" y="55705"/>
                </a:lnTo>
                <a:lnTo>
                  <a:pt x="40782" y="6048"/>
                </a:lnTo>
                <a:lnTo>
                  <a:pt x="45430" y="1946"/>
                </a:lnTo>
                <a:lnTo>
                  <a:pt x="51101" y="0"/>
                </a:lnTo>
                <a:lnTo>
                  <a:pt x="57106" y="315"/>
                </a:lnTo>
                <a:lnTo>
                  <a:pt x="62753" y="3000"/>
                </a:lnTo>
                <a:lnTo>
                  <a:pt x="827801" y="584533"/>
                </a:lnTo>
                <a:lnTo>
                  <a:pt x="831883" y="589178"/>
                </a:lnTo>
                <a:lnTo>
                  <a:pt x="833786" y="594836"/>
                </a:lnTo>
                <a:lnTo>
                  <a:pt x="833427" y="600803"/>
                </a:lnTo>
                <a:lnTo>
                  <a:pt x="830722" y="606377"/>
                </a:lnTo>
                <a:lnTo>
                  <a:pt x="793003" y="656161"/>
                </a:lnTo>
                <a:lnTo>
                  <a:pt x="788285" y="660243"/>
                </a:lnTo>
                <a:lnTo>
                  <a:pt x="782589" y="662146"/>
                </a:lnTo>
                <a:lnTo>
                  <a:pt x="776608" y="661787"/>
                </a:lnTo>
                <a:lnTo>
                  <a:pt x="771032" y="659082"/>
                </a:lnTo>
                <a:lnTo>
                  <a:pt x="5984" y="775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96665" y="4564888"/>
            <a:ext cx="3695700" cy="1905"/>
          </a:xfrm>
          <a:custGeom>
            <a:avLst/>
            <a:gdLst/>
            <a:ahLst/>
            <a:cxnLst/>
            <a:rect l="l" t="t" r="r" b="b"/>
            <a:pathLst>
              <a:path w="3695700" h="1904">
                <a:moveTo>
                  <a:pt x="0" y="1650"/>
                </a:moveTo>
                <a:lnTo>
                  <a:pt x="3695700" y="0"/>
                </a:lnTo>
              </a:path>
            </a:pathLst>
          </a:custGeom>
          <a:ln w="634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01765" y="4577588"/>
            <a:ext cx="1081405" cy="1081405"/>
          </a:xfrm>
          <a:custGeom>
            <a:avLst/>
            <a:gdLst/>
            <a:ahLst/>
            <a:cxnLst/>
            <a:rect l="l" t="t" r="r" b="b"/>
            <a:pathLst>
              <a:path w="1081404" h="1081404">
                <a:moveTo>
                  <a:pt x="0" y="540638"/>
                </a:moveTo>
                <a:lnTo>
                  <a:pt x="2208" y="491431"/>
                </a:lnTo>
                <a:lnTo>
                  <a:pt x="8706" y="443461"/>
                </a:lnTo>
                <a:lnTo>
                  <a:pt x="19303" y="396919"/>
                </a:lnTo>
                <a:lnTo>
                  <a:pt x="33808" y="351996"/>
                </a:lnTo>
                <a:lnTo>
                  <a:pt x="52032" y="308883"/>
                </a:lnTo>
                <a:lnTo>
                  <a:pt x="73782" y="267772"/>
                </a:lnTo>
                <a:lnTo>
                  <a:pt x="98869" y="228852"/>
                </a:lnTo>
                <a:lnTo>
                  <a:pt x="127101" y="192316"/>
                </a:lnTo>
                <a:lnTo>
                  <a:pt x="158289" y="158353"/>
                </a:lnTo>
                <a:lnTo>
                  <a:pt x="192242" y="127154"/>
                </a:lnTo>
                <a:lnTo>
                  <a:pt x="228768" y="98911"/>
                </a:lnTo>
                <a:lnTo>
                  <a:pt x="267678" y="73815"/>
                </a:lnTo>
                <a:lnTo>
                  <a:pt x="308780" y="52055"/>
                </a:lnTo>
                <a:lnTo>
                  <a:pt x="351885" y="33824"/>
                </a:lnTo>
                <a:lnTo>
                  <a:pt x="396801" y="19312"/>
                </a:lnTo>
                <a:lnTo>
                  <a:pt x="443338" y="8710"/>
                </a:lnTo>
                <a:lnTo>
                  <a:pt x="491305" y="2209"/>
                </a:lnTo>
                <a:lnTo>
                  <a:pt x="540512" y="0"/>
                </a:lnTo>
                <a:lnTo>
                  <a:pt x="589718" y="2209"/>
                </a:lnTo>
                <a:lnTo>
                  <a:pt x="637685" y="8710"/>
                </a:lnTo>
                <a:lnTo>
                  <a:pt x="684222" y="19312"/>
                </a:lnTo>
                <a:lnTo>
                  <a:pt x="729138" y="33824"/>
                </a:lnTo>
                <a:lnTo>
                  <a:pt x="772243" y="52055"/>
                </a:lnTo>
                <a:lnTo>
                  <a:pt x="813345" y="73815"/>
                </a:lnTo>
                <a:lnTo>
                  <a:pt x="852255" y="98911"/>
                </a:lnTo>
                <a:lnTo>
                  <a:pt x="888781" y="127154"/>
                </a:lnTo>
                <a:lnTo>
                  <a:pt x="922734" y="158353"/>
                </a:lnTo>
                <a:lnTo>
                  <a:pt x="953922" y="192316"/>
                </a:lnTo>
                <a:lnTo>
                  <a:pt x="982154" y="228852"/>
                </a:lnTo>
                <a:lnTo>
                  <a:pt x="1007241" y="267772"/>
                </a:lnTo>
                <a:lnTo>
                  <a:pt x="1028991" y="308883"/>
                </a:lnTo>
                <a:lnTo>
                  <a:pt x="1047215" y="351996"/>
                </a:lnTo>
                <a:lnTo>
                  <a:pt x="1061720" y="396919"/>
                </a:lnTo>
                <a:lnTo>
                  <a:pt x="1072317" y="443461"/>
                </a:lnTo>
                <a:lnTo>
                  <a:pt x="1078815" y="491431"/>
                </a:lnTo>
                <a:lnTo>
                  <a:pt x="1081024" y="540638"/>
                </a:lnTo>
                <a:lnTo>
                  <a:pt x="1078815" y="589826"/>
                </a:lnTo>
                <a:lnTo>
                  <a:pt x="1072317" y="637778"/>
                </a:lnTo>
                <a:lnTo>
                  <a:pt x="1061720" y="684304"/>
                </a:lnTo>
                <a:lnTo>
                  <a:pt x="1047215" y="729212"/>
                </a:lnTo>
                <a:lnTo>
                  <a:pt x="1028991" y="772312"/>
                </a:lnTo>
                <a:lnTo>
                  <a:pt x="1007241" y="813412"/>
                </a:lnTo>
                <a:lnTo>
                  <a:pt x="982154" y="852322"/>
                </a:lnTo>
                <a:lnTo>
                  <a:pt x="953922" y="888851"/>
                </a:lnTo>
                <a:lnTo>
                  <a:pt x="922734" y="922807"/>
                </a:lnTo>
                <a:lnTo>
                  <a:pt x="888781" y="954000"/>
                </a:lnTo>
                <a:lnTo>
                  <a:pt x="852255" y="982238"/>
                </a:lnTo>
                <a:lnTo>
                  <a:pt x="813345" y="1007331"/>
                </a:lnTo>
                <a:lnTo>
                  <a:pt x="772243" y="1029087"/>
                </a:lnTo>
                <a:lnTo>
                  <a:pt x="729138" y="1047316"/>
                </a:lnTo>
                <a:lnTo>
                  <a:pt x="684222" y="1061827"/>
                </a:lnTo>
                <a:lnTo>
                  <a:pt x="637685" y="1072428"/>
                </a:lnTo>
                <a:lnTo>
                  <a:pt x="589718" y="1078928"/>
                </a:lnTo>
                <a:lnTo>
                  <a:pt x="540512" y="1081138"/>
                </a:lnTo>
                <a:lnTo>
                  <a:pt x="491305" y="1078928"/>
                </a:lnTo>
                <a:lnTo>
                  <a:pt x="443338" y="1072428"/>
                </a:lnTo>
                <a:lnTo>
                  <a:pt x="396801" y="1061827"/>
                </a:lnTo>
                <a:lnTo>
                  <a:pt x="351885" y="1047316"/>
                </a:lnTo>
                <a:lnTo>
                  <a:pt x="308780" y="1029087"/>
                </a:lnTo>
                <a:lnTo>
                  <a:pt x="267678" y="1007331"/>
                </a:lnTo>
                <a:lnTo>
                  <a:pt x="228768" y="982238"/>
                </a:lnTo>
                <a:lnTo>
                  <a:pt x="192242" y="954000"/>
                </a:lnTo>
                <a:lnTo>
                  <a:pt x="158289" y="922807"/>
                </a:lnTo>
                <a:lnTo>
                  <a:pt x="127101" y="888851"/>
                </a:lnTo>
                <a:lnTo>
                  <a:pt x="98869" y="852322"/>
                </a:lnTo>
                <a:lnTo>
                  <a:pt x="73782" y="813412"/>
                </a:lnTo>
                <a:lnTo>
                  <a:pt x="52032" y="772312"/>
                </a:lnTo>
                <a:lnTo>
                  <a:pt x="33808" y="729212"/>
                </a:lnTo>
                <a:lnTo>
                  <a:pt x="19303" y="684304"/>
                </a:lnTo>
                <a:lnTo>
                  <a:pt x="8706" y="637778"/>
                </a:lnTo>
                <a:lnTo>
                  <a:pt x="2208" y="589826"/>
                </a:lnTo>
                <a:lnTo>
                  <a:pt x="0" y="54063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46215" y="4409313"/>
            <a:ext cx="0" cy="1372235"/>
          </a:xfrm>
          <a:custGeom>
            <a:avLst/>
            <a:gdLst/>
            <a:ahLst/>
            <a:cxnLst/>
            <a:rect l="l" t="t" r="r" b="b"/>
            <a:pathLst>
              <a:path h="1372235">
                <a:moveTo>
                  <a:pt x="0" y="0"/>
                </a:moveTo>
                <a:lnTo>
                  <a:pt x="0" y="1371650"/>
                </a:lnTo>
              </a:path>
            </a:pathLst>
          </a:custGeom>
          <a:ln w="6350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36590" y="5090414"/>
            <a:ext cx="1609725" cy="0"/>
          </a:xfrm>
          <a:custGeom>
            <a:avLst/>
            <a:gdLst/>
            <a:ahLst/>
            <a:cxnLst/>
            <a:rect l="l" t="t" r="r" b="b"/>
            <a:pathLst>
              <a:path w="1609725">
                <a:moveTo>
                  <a:pt x="0" y="0"/>
                </a:moveTo>
                <a:lnTo>
                  <a:pt x="1609725" y="0"/>
                </a:lnTo>
              </a:path>
            </a:pathLst>
          </a:custGeom>
          <a:ln w="6350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98515" y="5661901"/>
            <a:ext cx="1584325" cy="1905"/>
          </a:xfrm>
          <a:custGeom>
            <a:avLst/>
            <a:gdLst/>
            <a:ahLst/>
            <a:cxnLst/>
            <a:rect l="l" t="t" r="r" b="b"/>
            <a:pathLst>
              <a:path w="1584325" h="1904">
                <a:moveTo>
                  <a:pt x="1584325" y="1587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87064" y="3363151"/>
            <a:ext cx="868362" cy="71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91891" y="3434588"/>
            <a:ext cx="863600" cy="19050"/>
          </a:xfrm>
          <a:custGeom>
            <a:avLst/>
            <a:gdLst/>
            <a:ahLst/>
            <a:cxnLst/>
            <a:rect l="l" t="t" r="r" b="b"/>
            <a:pathLst>
              <a:path w="863600" h="19050">
                <a:moveTo>
                  <a:pt x="0" y="19050"/>
                </a:moveTo>
                <a:lnTo>
                  <a:pt x="863599" y="19050"/>
                </a:lnTo>
                <a:lnTo>
                  <a:pt x="863599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82315" y="4536313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9"/>
                </a:lnTo>
                <a:lnTo>
                  <a:pt x="7905" y="7905"/>
                </a:lnTo>
                <a:lnTo>
                  <a:pt x="2119" y="16502"/>
                </a:lnTo>
                <a:lnTo>
                  <a:pt x="0" y="27050"/>
                </a:lnTo>
                <a:lnTo>
                  <a:pt x="2119" y="37526"/>
                </a:lnTo>
                <a:lnTo>
                  <a:pt x="7905" y="46085"/>
                </a:lnTo>
                <a:lnTo>
                  <a:pt x="16502" y="51857"/>
                </a:lnTo>
                <a:lnTo>
                  <a:pt x="27050" y="53975"/>
                </a:lnTo>
                <a:lnTo>
                  <a:pt x="37526" y="51857"/>
                </a:lnTo>
                <a:lnTo>
                  <a:pt x="46085" y="46085"/>
                </a:lnTo>
                <a:lnTo>
                  <a:pt x="51857" y="37526"/>
                </a:lnTo>
                <a:lnTo>
                  <a:pt x="53975" y="27050"/>
                </a:lnTo>
                <a:lnTo>
                  <a:pt x="51857" y="16502"/>
                </a:lnTo>
                <a:lnTo>
                  <a:pt x="46085" y="7905"/>
                </a:lnTo>
                <a:lnTo>
                  <a:pt x="37526" y="2119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82315" y="4536313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7050"/>
                </a:moveTo>
                <a:lnTo>
                  <a:pt x="2119" y="16502"/>
                </a:lnTo>
                <a:lnTo>
                  <a:pt x="7905" y="7905"/>
                </a:lnTo>
                <a:lnTo>
                  <a:pt x="16502" y="2119"/>
                </a:lnTo>
                <a:lnTo>
                  <a:pt x="27050" y="0"/>
                </a:lnTo>
                <a:lnTo>
                  <a:pt x="37526" y="2119"/>
                </a:lnTo>
                <a:lnTo>
                  <a:pt x="46085" y="7905"/>
                </a:lnTo>
                <a:lnTo>
                  <a:pt x="51857" y="16502"/>
                </a:lnTo>
                <a:lnTo>
                  <a:pt x="53975" y="27050"/>
                </a:lnTo>
                <a:lnTo>
                  <a:pt x="51857" y="37526"/>
                </a:lnTo>
                <a:lnTo>
                  <a:pt x="46085" y="46085"/>
                </a:lnTo>
                <a:lnTo>
                  <a:pt x="37526" y="51857"/>
                </a:lnTo>
                <a:lnTo>
                  <a:pt x="27050" y="53975"/>
                </a:lnTo>
                <a:lnTo>
                  <a:pt x="16502" y="51857"/>
                </a:lnTo>
                <a:lnTo>
                  <a:pt x="7905" y="46085"/>
                </a:lnTo>
                <a:lnTo>
                  <a:pt x="2119" y="37526"/>
                </a:lnTo>
                <a:lnTo>
                  <a:pt x="0" y="27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39565" y="3545713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2987" y="0"/>
                </a:moveTo>
                <a:lnTo>
                  <a:pt x="14037" y="1807"/>
                </a:lnTo>
                <a:lnTo>
                  <a:pt x="6730" y="6746"/>
                </a:lnTo>
                <a:lnTo>
                  <a:pt x="1805" y="14091"/>
                </a:lnTo>
                <a:lnTo>
                  <a:pt x="0" y="23113"/>
                </a:lnTo>
                <a:lnTo>
                  <a:pt x="1805" y="32063"/>
                </a:lnTo>
                <a:lnTo>
                  <a:pt x="6731" y="39370"/>
                </a:lnTo>
                <a:lnTo>
                  <a:pt x="14037" y="44295"/>
                </a:lnTo>
                <a:lnTo>
                  <a:pt x="22987" y="46100"/>
                </a:lnTo>
                <a:lnTo>
                  <a:pt x="31936" y="44295"/>
                </a:lnTo>
                <a:lnTo>
                  <a:pt x="39242" y="39370"/>
                </a:lnTo>
                <a:lnTo>
                  <a:pt x="44168" y="32063"/>
                </a:lnTo>
                <a:lnTo>
                  <a:pt x="45974" y="23113"/>
                </a:lnTo>
                <a:lnTo>
                  <a:pt x="44168" y="14091"/>
                </a:lnTo>
                <a:lnTo>
                  <a:pt x="39242" y="6746"/>
                </a:lnTo>
                <a:lnTo>
                  <a:pt x="31936" y="1807"/>
                </a:lnTo>
                <a:lnTo>
                  <a:pt x="22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39565" y="3545713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0" y="23113"/>
                </a:moveTo>
                <a:lnTo>
                  <a:pt x="1805" y="14091"/>
                </a:lnTo>
                <a:lnTo>
                  <a:pt x="6730" y="6746"/>
                </a:lnTo>
                <a:lnTo>
                  <a:pt x="14037" y="1807"/>
                </a:lnTo>
                <a:lnTo>
                  <a:pt x="22987" y="0"/>
                </a:lnTo>
                <a:lnTo>
                  <a:pt x="31936" y="1807"/>
                </a:lnTo>
                <a:lnTo>
                  <a:pt x="39242" y="6746"/>
                </a:lnTo>
                <a:lnTo>
                  <a:pt x="44168" y="14091"/>
                </a:lnTo>
                <a:lnTo>
                  <a:pt x="45974" y="23113"/>
                </a:lnTo>
                <a:lnTo>
                  <a:pt x="44168" y="32063"/>
                </a:lnTo>
                <a:lnTo>
                  <a:pt x="39243" y="39369"/>
                </a:lnTo>
                <a:lnTo>
                  <a:pt x="31936" y="44295"/>
                </a:lnTo>
                <a:lnTo>
                  <a:pt x="22987" y="46100"/>
                </a:lnTo>
                <a:lnTo>
                  <a:pt x="14037" y="44295"/>
                </a:lnTo>
                <a:lnTo>
                  <a:pt x="6731" y="39370"/>
                </a:lnTo>
                <a:lnTo>
                  <a:pt x="1805" y="32063"/>
                </a:lnTo>
                <a:lnTo>
                  <a:pt x="0" y="231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58640" y="409028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7"/>
                </a:lnTo>
                <a:lnTo>
                  <a:pt x="7905" y="7889"/>
                </a:lnTo>
                <a:lnTo>
                  <a:pt x="2119" y="16448"/>
                </a:lnTo>
                <a:lnTo>
                  <a:pt x="0" y="26924"/>
                </a:lnTo>
                <a:lnTo>
                  <a:pt x="2119" y="37472"/>
                </a:lnTo>
                <a:lnTo>
                  <a:pt x="7905" y="46069"/>
                </a:lnTo>
                <a:lnTo>
                  <a:pt x="16502" y="51855"/>
                </a:lnTo>
                <a:lnTo>
                  <a:pt x="27050" y="53975"/>
                </a:lnTo>
                <a:lnTo>
                  <a:pt x="37526" y="51855"/>
                </a:lnTo>
                <a:lnTo>
                  <a:pt x="46085" y="46069"/>
                </a:lnTo>
                <a:lnTo>
                  <a:pt x="51857" y="37472"/>
                </a:lnTo>
                <a:lnTo>
                  <a:pt x="53975" y="26924"/>
                </a:lnTo>
                <a:lnTo>
                  <a:pt x="51857" y="16448"/>
                </a:lnTo>
                <a:lnTo>
                  <a:pt x="46085" y="7889"/>
                </a:lnTo>
                <a:lnTo>
                  <a:pt x="37526" y="2117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58640" y="409028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6924"/>
                </a:moveTo>
                <a:lnTo>
                  <a:pt x="2119" y="16448"/>
                </a:lnTo>
                <a:lnTo>
                  <a:pt x="7905" y="7889"/>
                </a:lnTo>
                <a:lnTo>
                  <a:pt x="16502" y="2117"/>
                </a:lnTo>
                <a:lnTo>
                  <a:pt x="27050" y="0"/>
                </a:lnTo>
                <a:lnTo>
                  <a:pt x="37526" y="2117"/>
                </a:lnTo>
                <a:lnTo>
                  <a:pt x="46085" y="7889"/>
                </a:lnTo>
                <a:lnTo>
                  <a:pt x="51857" y="16448"/>
                </a:lnTo>
                <a:lnTo>
                  <a:pt x="53975" y="26924"/>
                </a:lnTo>
                <a:lnTo>
                  <a:pt x="51857" y="37472"/>
                </a:lnTo>
                <a:lnTo>
                  <a:pt x="46085" y="46069"/>
                </a:lnTo>
                <a:lnTo>
                  <a:pt x="37526" y="51855"/>
                </a:lnTo>
                <a:lnTo>
                  <a:pt x="27050" y="53975"/>
                </a:lnTo>
                <a:lnTo>
                  <a:pt x="16502" y="51855"/>
                </a:lnTo>
                <a:lnTo>
                  <a:pt x="7905" y="46069"/>
                </a:lnTo>
                <a:lnTo>
                  <a:pt x="2119" y="37472"/>
                </a:lnTo>
                <a:lnTo>
                  <a:pt x="0" y="26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12941" y="506818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6924" y="0"/>
                </a:moveTo>
                <a:lnTo>
                  <a:pt x="16448" y="2117"/>
                </a:lnTo>
                <a:lnTo>
                  <a:pt x="7889" y="7889"/>
                </a:lnTo>
                <a:lnTo>
                  <a:pt x="2117" y="16448"/>
                </a:lnTo>
                <a:lnTo>
                  <a:pt x="0" y="26924"/>
                </a:lnTo>
                <a:lnTo>
                  <a:pt x="2117" y="37472"/>
                </a:lnTo>
                <a:lnTo>
                  <a:pt x="7889" y="46069"/>
                </a:lnTo>
                <a:lnTo>
                  <a:pt x="16448" y="51855"/>
                </a:lnTo>
                <a:lnTo>
                  <a:pt x="26924" y="53975"/>
                </a:lnTo>
                <a:lnTo>
                  <a:pt x="37472" y="51855"/>
                </a:lnTo>
                <a:lnTo>
                  <a:pt x="46069" y="46069"/>
                </a:lnTo>
                <a:lnTo>
                  <a:pt x="51855" y="37472"/>
                </a:lnTo>
                <a:lnTo>
                  <a:pt x="53975" y="26924"/>
                </a:lnTo>
                <a:lnTo>
                  <a:pt x="51855" y="16448"/>
                </a:lnTo>
                <a:lnTo>
                  <a:pt x="46069" y="7889"/>
                </a:lnTo>
                <a:lnTo>
                  <a:pt x="37472" y="2117"/>
                </a:lnTo>
                <a:lnTo>
                  <a:pt x="26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12941" y="5068189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6924"/>
                </a:moveTo>
                <a:lnTo>
                  <a:pt x="2117" y="16448"/>
                </a:lnTo>
                <a:lnTo>
                  <a:pt x="7889" y="7889"/>
                </a:lnTo>
                <a:lnTo>
                  <a:pt x="16448" y="2117"/>
                </a:lnTo>
                <a:lnTo>
                  <a:pt x="26924" y="0"/>
                </a:lnTo>
                <a:lnTo>
                  <a:pt x="37472" y="2117"/>
                </a:lnTo>
                <a:lnTo>
                  <a:pt x="46069" y="7889"/>
                </a:lnTo>
                <a:lnTo>
                  <a:pt x="51855" y="16448"/>
                </a:lnTo>
                <a:lnTo>
                  <a:pt x="53975" y="26924"/>
                </a:lnTo>
                <a:lnTo>
                  <a:pt x="51855" y="37472"/>
                </a:lnTo>
                <a:lnTo>
                  <a:pt x="46069" y="46069"/>
                </a:lnTo>
                <a:lnTo>
                  <a:pt x="37472" y="51855"/>
                </a:lnTo>
                <a:lnTo>
                  <a:pt x="26924" y="53975"/>
                </a:lnTo>
                <a:lnTo>
                  <a:pt x="16448" y="51855"/>
                </a:lnTo>
                <a:lnTo>
                  <a:pt x="7889" y="46069"/>
                </a:lnTo>
                <a:lnTo>
                  <a:pt x="2117" y="37472"/>
                </a:lnTo>
                <a:lnTo>
                  <a:pt x="0" y="26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79465" y="5673013"/>
            <a:ext cx="1584325" cy="142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91247" y="5124703"/>
            <a:ext cx="506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=3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89166" y="5204590"/>
            <a:ext cx="395605" cy="74930"/>
          </a:xfrm>
          <a:custGeom>
            <a:avLst/>
            <a:gdLst/>
            <a:ahLst/>
            <a:cxnLst/>
            <a:rect l="l" t="t" r="r" b="b"/>
            <a:pathLst>
              <a:path w="395604" h="74929">
                <a:moveTo>
                  <a:pt x="0" y="74672"/>
                </a:moveTo>
                <a:lnTo>
                  <a:pt x="53746" y="51421"/>
                </a:lnTo>
                <a:lnTo>
                  <a:pt x="106981" y="30301"/>
                </a:lnTo>
                <a:lnTo>
                  <a:pt x="159144" y="13396"/>
                </a:lnTo>
                <a:lnTo>
                  <a:pt x="209676" y="2790"/>
                </a:lnTo>
                <a:lnTo>
                  <a:pt x="258135" y="0"/>
                </a:lnTo>
                <a:lnTo>
                  <a:pt x="304831" y="3710"/>
                </a:lnTo>
                <a:lnTo>
                  <a:pt x="350337" y="11755"/>
                </a:lnTo>
                <a:lnTo>
                  <a:pt x="395224" y="21967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81368" y="4602226"/>
            <a:ext cx="281940" cy="382270"/>
          </a:xfrm>
          <a:custGeom>
            <a:avLst/>
            <a:gdLst/>
            <a:ahLst/>
            <a:cxnLst/>
            <a:rect l="l" t="t" r="r" b="b"/>
            <a:pathLst>
              <a:path w="281940" h="382270">
                <a:moveTo>
                  <a:pt x="237675" y="257602"/>
                </a:moveTo>
                <a:lnTo>
                  <a:pt x="206501" y="262763"/>
                </a:lnTo>
                <a:lnTo>
                  <a:pt x="264922" y="381762"/>
                </a:lnTo>
                <a:lnTo>
                  <a:pt x="279143" y="270256"/>
                </a:lnTo>
                <a:lnTo>
                  <a:pt x="240029" y="270256"/>
                </a:lnTo>
                <a:lnTo>
                  <a:pt x="237675" y="257602"/>
                </a:lnTo>
                <a:close/>
              </a:path>
              <a:path w="281940" h="382270">
                <a:moveTo>
                  <a:pt x="250221" y="255525"/>
                </a:moveTo>
                <a:lnTo>
                  <a:pt x="237675" y="257602"/>
                </a:lnTo>
                <a:lnTo>
                  <a:pt x="240029" y="270256"/>
                </a:lnTo>
                <a:lnTo>
                  <a:pt x="252475" y="267969"/>
                </a:lnTo>
                <a:lnTo>
                  <a:pt x="250221" y="255525"/>
                </a:lnTo>
                <a:close/>
              </a:path>
              <a:path w="281940" h="382270">
                <a:moveTo>
                  <a:pt x="281685" y="250317"/>
                </a:moveTo>
                <a:lnTo>
                  <a:pt x="250221" y="255525"/>
                </a:lnTo>
                <a:lnTo>
                  <a:pt x="252475" y="267969"/>
                </a:lnTo>
                <a:lnTo>
                  <a:pt x="240029" y="270256"/>
                </a:lnTo>
                <a:lnTo>
                  <a:pt x="279143" y="270256"/>
                </a:lnTo>
                <a:lnTo>
                  <a:pt x="281685" y="250317"/>
                </a:lnTo>
                <a:close/>
              </a:path>
              <a:path w="281940" h="382270">
                <a:moveTo>
                  <a:pt x="6096" y="0"/>
                </a:moveTo>
                <a:lnTo>
                  <a:pt x="0" y="11175"/>
                </a:lnTo>
                <a:lnTo>
                  <a:pt x="44068" y="35560"/>
                </a:lnTo>
                <a:lnTo>
                  <a:pt x="65531" y="47751"/>
                </a:lnTo>
                <a:lnTo>
                  <a:pt x="105790" y="72390"/>
                </a:lnTo>
                <a:lnTo>
                  <a:pt x="140970" y="97536"/>
                </a:lnTo>
                <a:lnTo>
                  <a:pt x="180339" y="135255"/>
                </a:lnTo>
                <a:lnTo>
                  <a:pt x="206248" y="172974"/>
                </a:lnTo>
                <a:lnTo>
                  <a:pt x="225932" y="217678"/>
                </a:lnTo>
                <a:lnTo>
                  <a:pt x="237675" y="257602"/>
                </a:lnTo>
                <a:lnTo>
                  <a:pt x="250221" y="255525"/>
                </a:lnTo>
                <a:lnTo>
                  <a:pt x="237743" y="212979"/>
                </a:lnTo>
                <a:lnTo>
                  <a:pt x="217170" y="166497"/>
                </a:lnTo>
                <a:lnTo>
                  <a:pt x="189737" y="126618"/>
                </a:lnTo>
                <a:lnTo>
                  <a:pt x="148716" y="87375"/>
                </a:lnTo>
                <a:lnTo>
                  <a:pt x="112649" y="61594"/>
                </a:lnTo>
                <a:lnTo>
                  <a:pt x="71754" y="36703"/>
                </a:lnTo>
                <a:lnTo>
                  <a:pt x="50164" y="24384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12000" y="4626102"/>
            <a:ext cx="680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Symbol"/>
                <a:cs typeface="Symbol"/>
              </a:rPr>
              <a:t></a:t>
            </a:r>
            <a:r>
              <a:rPr sz="1200" spc="-22" baseline="-20833" dirty="0">
                <a:latin typeface="Trebuchet MS"/>
                <a:cs typeface="Trebuchet MS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=7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rad/s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479415" y="3656838"/>
            <a:ext cx="0" cy="2486660"/>
          </a:xfrm>
          <a:custGeom>
            <a:avLst/>
            <a:gdLst/>
            <a:ahLst/>
            <a:cxnLst/>
            <a:rect l="l" t="t" r="r" b="b"/>
            <a:pathLst>
              <a:path h="2486660">
                <a:moveTo>
                  <a:pt x="0" y="2486075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31790" y="3600322"/>
            <a:ext cx="1184275" cy="1565910"/>
          </a:xfrm>
          <a:custGeom>
            <a:avLst/>
            <a:gdLst/>
            <a:ahLst/>
            <a:cxnLst/>
            <a:rect l="l" t="t" r="r" b="b"/>
            <a:pathLst>
              <a:path w="1184275" h="1565910">
                <a:moveTo>
                  <a:pt x="68961" y="0"/>
                </a:moveTo>
                <a:lnTo>
                  <a:pt x="0" y="50800"/>
                </a:lnTo>
                <a:lnTo>
                  <a:pt x="1115314" y="1565656"/>
                </a:lnTo>
                <a:lnTo>
                  <a:pt x="1184275" y="1514856"/>
                </a:lnTo>
                <a:lnTo>
                  <a:pt x="689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431790" y="3600322"/>
            <a:ext cx="1184275" cy="1565910"/>
          </a:xfrm>
          <a:custGeom>
            <a:avLst/>
            <a:gdLst/>
            <a:ahLst/>
            <a:cxnLst/>
            <a:rect l="l" t="t" r="r" b="b"/>
            <a:pathLst>
              <a:path w="1184275" h="1565910">
                <a:moveTo>
                  <a:pt x="1184275" y="1514856"/>
                </a:moveTo>
                <a:lnTo>
                  <a:pt x="1115314" y="1565656"/>
                </a:lnTo>
                <a:lnTo>
                  <a:pt x="0" y="50800"/>
                </a:lnTo>
                <a:lnTo>
                  <a:pt x="68961" y="0"/>
                </a:lnTo>
                <a:lnTo>
                  <a:pt x="1184275" y="15148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39865" y="5717463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42544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17640" y="506653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9"/>
                </a:lnTo>
                <a:lnTo>
                  <a:pt x="7905" y="7905"/>
                </a:lnTo>
                <a:lnTo>
                  <a:pt x="2119" y="16502"/>
                </a:lnTo>
                <a:lnTo>
                  <a:pt x="0" y="27050"/>
                </a:lnTo>
                <a:lnTo>
                  <a:pt x="2119" y="37526"/>
                </a:lnTo>
                <a:lnTo>
                  <a:pt x="7905" y="46085"/>
                </a:lnTo>
                <a:lnTo>
                  <a:pt x="16502" y="51857"/>
                </a:lnTo>
                <a:lnTo>
                  <a:pt x="27050" y="53975"/>
                </a:lnTo>
                <a:lnTo>
                  <a:pt x="37526" y="51857"/>
                </a:lnTo>
                <a:lnTo>
                  <a:pt x="46085" y="46085"/>
                </a:lnTo>
                <a:lnTo>
                  <a:pt x="51857" y="37526"/>
                </a:lnTo>
                <a:lnTo>
                  <a:pt x="53975" y="27050"/>
                </a:lnTo>
                <a:lnTo>
                  <a:pt x="51857" y="16502"/>
                </a:lnTo>
                <a:lnTo>
                  <a:pt x="46085" y="7905"/>
                </a:lnTo>
                <a:lnTo>
                  <a:pt x="37526" y="2119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17640" y="5066538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7050"/>
                </a:moveTo>
                <a:lnTo>
                  <a:pt x="2119" y="16502"/>
                </a:lnTo>
                <a:lnTo>
                  <a:pt x="7905" y="7905"/>
                </a:lnTo>
                <a:lnTo>
                  <a:pt x="16502" y="2119"/>
                </a:lnTo>
                <a:lnTo>
                  <a:pt x="27050" y="0"/>
                </a:lnTo>
                <a:lnTo>
                  <a:pt x="37526" y="2119"/>
                </a:lnTo>
                <a:lnTo>
                  <a:pt x="46085" y="7905"/>
                </a:lnTo>
                <a:lnTo>
                  <a:pt x="51857" y="16502"/>
                </a:lnTo>
                <a:lnTo>
                  <a:pt x="53975" y="27050"/>
                </a:lnTo>
                <a:lnTo>
                  <a:pt x="51857" y="37526"/>
                </a:lnTo>
                <a:lnTo>
                  <a:pt x="46085" y="46085"/>
                </a:lnTo>
                <a:lnTo>
                  <a:pt x="37526" y="51857"/>
                </a:lnTo>
                <a:lnTo>
                  <a:pt x="27050" y="53975"/>
                </a:lnTo>
                <a:lnTo>
                  <a:pt x="16502" y="51857"/>
                </a:lnTo>
                <a:lnTo>
                  <a:pt x="7905" y="46085"/>
                </a:lnTo>
                <a:lnTo>
                  <a:pt x="2119" y="37526"/>
                </a:lnTo>
                <a:lnTo>
                  <a:pt x="0" y="27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68365" y="6060351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832094" y="5878779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312540" y="4583938"/>
            <a:ext cx="1905" cy="1540510"/>
          </a:xfrm>
          <a:custGeom>
            <a:avLst/>
            <a:gdLst/>
            <a:ahLst/>
            <a:cxnLst/>
            <a:rect l="l" t="t" r="r" b="b"/>
            <a:pathLst>
              <a:path w="1904" h="1540510">
                <a:moveTo>
                  <a:pt x="0" y="1539925"/>
                </a:moveTo>
                <a:lnTo>
                  <a:pt x="15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307715" y="6061938"/>
            <a:ext cx="2160905" cy="50800"/>
          </a:xfrm>
          <a:custGeom>
            <a:avLst/>
            <a:gdLst/>
            <a:ahLst/>
            <a:cxnLst/>
            <a:rect l="l" t="t" r="r" b="b"/>
            <a:pathLst>
              <a:path w="2160904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2160904" h="50800">
                <a:moveTo>
                  <a:pt x="2084451" y="0"/>
                </a:moveTo>
                <a:lnTo>
                  <a:pt x="2084451" y="50800"/>
                </a:lnTo>
                <a:lnTo>
                  <a:pt x="2141601" y="31750"/>
                </a:lnTo>
                <a:lnTo>
                  <a:pt x="2097151" y="31750"/>
                </a:lnTo>
                <a:lnTo>
                  <a:pt x="2097151" y="19050"/>
                </a:lnTo>
                <a:lnTo>
                  <a:pt x="2141601" y="19050"/>
                </a:lnTo>
                <a:lnTo>
                  <a:pt x="2084451" y="0"/>
                </a:lnTo>
                <a:close/>
              </a:path>
              <a:path w="2160904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2160904" h="50800">
                <a:moveTo>
                  <a:pt x="2084451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2084451" y="31750"/>
                </a:lnTo>
                <a:lnTo>
                  <a:pt x="2084451" y="19050"/>
                </a:lnTo>
                <a:close/>
              </a:path>
              <a:path w="2160904" h="50800">
                <a:moveTo>
                  <a:pt x="2141601" y="19050"/>
                </a:moveTo>
                <a:lnTo>
                  <a:pt x="2097151" y="19050"/>
                </a:lnTo>
                <a:lnTo>
                  <a:pt x="2097151" y="31750"/>
                </a:lnTo>
                <a:lnTo>
                  <a:pt x="2141601" y="31750"/>
                </a:lnTo>
                <a:lnTo>
                  <a:pt x="2160651" y="25400"/>
                </a:lnTo>
                <a:lnTo>
                  <a:pt x="214160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079240" y="5850432"/>
            <a:ext cx="400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56965" y="4118864"/>
            <a:ext cx="719455" cy="0"/>
          </a:xfrm>
          <a:custGeom>
            <a:avLst/>
            <a:gdLst/>
            <a:ahLst/>
            <a:cxnLst/>
            <a:rect l="l" t="t" r="r" b="b"/>
            <a:pathLst>
              <a:path w="719454">
                <a:moveTo>
                  <a:pt x="719201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565016" y="3703396"/>
            <a:ext cx="91821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6425">
              <a:lnSpc>
                <a:spcPts val="1405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36.87</a:t>
            </a:r>
            <a:r>
              <a:rPr sz="1200" baseline="24305" dirty="0">
                <a:latin typeface="Times New Roman"/>
                <a:cs typeface="Times New Roman"/>
              </a:rPr>
              <a:t>o</a:t>
            </a:r>
            <a:endParaRPr sz="1200" baseline="24305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54015" y="3628263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27050" y="0"/>
                </a:moveTo>
                <a:lnTo>
                  <a:pt x="16502" y="2119"/>
                </a:lnTo>
                <a:lnTo>
                  <a:pt x="7905" y="7905"/>
                </a:lnTo>
                <a:lnTo>
                  <a:pt x="2119" y="16502"/>
                </a:lnTo>
                <a:lnTo>
                  <a:pt x="0" y="27050"/>
                </a:lnTo>
                <a:lnTo>
                  <a:pt x="2119" y="37526"/>
                </a:lnTo>
                <a:lnTo>
                  <a:pt x="7905" y="46085"/>
                </a:lnTo>
                <a:lnTo>
                  <a:pt x="16502" y="51857"/>
                </a:lnTo>
                <a:lnTo>
                  <a:pt x="27050" y="53975"/>
                </a:lnTo>
                <a:lnTo>
                  <a:pt x="37526" y="51857"/>
                </a:lnTo>
                <a:lnTo>
                  <a:pt x="46085" y="46085"/>
                </a:lnTo>
                <a:lnTo>
                  <a:pt x="51857" y="37526"/>
                </a:lnTo>
                <a:lnTo>
                  <a:pt x="53975" y="27050"/>
                </a:lnTo>
                <a:lnTo>
                  <a:pt x="51857" y="16502"/>
                </a:lnTo>
                <a:lnTo>
                  <a:pt x="46085" y="7905"/>
                </a:lnTo>
                <a:lnTo>
                  <a:pt x="37526" y="2119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54015" y="3628263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0" y="27050"/>
                </a:moveTo>
                <a:lnTo>
                  <a:pt x="2119" y="16502"/>
                </a:lnTo>
                <a:lnTo>
                  <a:pt x="7905" y="7905"/>
                </a:lnTo>
                <a:lnTo>
                  <a:pt x="16502" y="2119"/>
                </a:lnTo>
                <a:lnTo>
                  <a:pt x="27050" y="0"/>
                </a:lnTo>
                <a:lnTo>
                  <a:pt x="37526" y="2119"/>
                </a:lnTo>
                <a:lnTo>
                  <a:pt x="46085" y="7905"/>
                </a:lnTo>
                <a:lnTo>
                  <a:pt x="51857" y="16502"/>
                </a:lnTo>
                <a:lnTo>
                  <a:pt x="53975" y="27050"/>
                </a:lnTo>
                <a:lnTo>
                  <a:pt x="51857" y="37526"/>
                </a:lnTo>
                <a:lnTo>
                  <a:pt x="46085" y="46085"/>
                </a:lnTo>
                <a:lnTo>
                  <a:pt x="37526" y="51857"/>
                </a:lnTo>
                <a:lnTo>
                  <a:pt x="27050" y="53975"/>
                </a:lnTo>
                <a:lnTo>
                  <a:pt x="16502" y="51857"/>
                </a:lnTo>
                <a:lnTo>
                  <a:pt x="7905" y="46085"/>
                </a:lnTo>
                <a:lnTo>
                  <a:pt x="2119" y="37526"/>
                </a:lnTo>
                <a:lnTo>
                  <a:pt x="0" y="270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645020" y="4044772"/>
            <a:ext cx="3244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395215" y="4117213"/>
            <a:ext cx="0" cy="1043305"/>
          </a:xfrm>
          <a:custGeom>
            <a:avLst/>
            <a:gdLst/>
            <a:ahLst/>
            <a:cxnLst/>
            <a:rect l="l" t="t" r="r" b="b"/>
            <a:pathLst>
              <a:path h="1043304">
                <a:moveTo>
                  <a:pt x="0" y="0"/>
                </a:moveTo>
                <a:lnTo>
                  <a:pt x="0" y="1043051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10890" y="5060188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95215" y="5066538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76200" y="0"/>
                </a:moveTo>
                <a:lnTo>
                  <a:pt x="0" y="25400"/>
                </a:lnTo>
                <a:lnTo>
                  <a:pt x="76200" y="50800"/>
                </a:lnTo>
                <a:lnTo>
                  <a:pt x="76200" y="31750"/>
                </a:lnTo>
                <a:lnTo>
                  <a:pt x="63500" y="31750"/>
                </a:lnTo>
                <a:lnTo>
                  <a:pt x="63500" y="19050"/>
                </a:lnTo>
                <a:lnTo>
                  <a:pt x="76200" y="19050"/>
                </a:lnTo>
                <a:lnTo>
                  <a:pt x="76200" y="0"/>
                </a:lnTo>
                <a:close/>
              </a:path>
              <a:path w="1079500" h="50800">
                <a:moveTo>
                  <a:pt x="1003300" y="0"/>
                </a:moveTo>
                <a:lnTo>
                  <a:pt x="1003300" y="50800"/>
                </a:lnTo>
                <a:lnTo>
                  <a:pt x="1060450" y="31750"/>
                </a:lnTo>
                <a:lnTo>
                  <a:pt x="1016000" y="31750"/>
                </a:lnTo>
                <a:lnTo>
                  <a:pt x="1016000" y="19050"/>
                </a:lnTo>
                <a:lnTo>
                  <a:pt x="1060450" y="19050"/>
                </a:lnTo>
                <a:lnTo>
                  <a:pt x="1003300" y="0"/>
                </a:lnTo>
                <a:close/>
              </a:path>
              <a:path w="1079500" h="50800">
                <a:moveTo>
                  <a:pt x="76200" y="19050"/>
                </a:moveTo>
                <a:lnTo>
                  <a:pt x="63500" y="190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19050"/>
                </a:lnTo>
                <a:close/>
              </a:path>
              <a:path w="1079500" h="50800">
                <a:moveTo>
                  <a:pt x="1003300" y="19050"/>
                </a:moveTo>
                <a:lnTo>
                  <a:pt x="76200" y="19050"/>
                </a:lnTo>
                <a:lnTo>
                  <a:pt x="76200" y="31750"/>
                </a:lnTo>
                <a:lnTo>
                  <a:pt x="1003300" y="31750"/>
                </a:lnTo>
                <a:lnTo>
                  <a:pt x="1003300" y="19050"/>
                </a:lnTo>
                <a:close/>
              </a:path>
              <a:path w="1079500" h="50800">
                <a:moveTo>
                  <a:pt x="1060450" y="19050"/>
                </a:moveTo>
                <a:lnTo>
                  <a:pt x="1016000" y="19050"/>
                </a:lnTo>
                <a:lnTo>
                  <a:pt x="1016000" y="31750"/>
                </a:lnTo>
                <a:lnTo>
                  <a:pt x="1060450" y="31750"/>
                </a:lnTo>
                <a:lnTo>
                  <a:pt x="1079500" y="25400"/>
                </a:lnTo>
                <a:lnTo>
                  <a:pt x="106045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639439" y="4870450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714494" y="4888229"/>
            <a:ext cx="323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551930" y="5102733"/>
            <a:ext cx="427990" cy="319405"/>
          </a:xfrm>
          <a:custGeom>
            <a:avLst/>
            <a:gdLst/>
            <a:ahLst/>
            <a:cxnLst/>
            <a:rect l="l" t="t" r="r" b="b"/>
            <a:pathLst>
              <a:path w="427990" h="319404">
                <a:moveTo>
                  <a:pt x="362708" y="279226"/>
                </a:moveTo>
                <a:lnTo>
                  <a:pt x="351409" y="294513"/>
                </a:lnTo>
                <a:lnTo>
                  <a:pt x="427736" y="319405"/>
                </a:lnTo>
                <a:lnTo>
                  <a:pt x="404863" y="286766"/>
                </a:lnTo>
                <a:lnTo>
                  <a:pt x="372872" y="286766"/>
                </a:lnTo>
                <a:lnTo>
                  <a:pt x="362708" y="279226"/>
                </a:lnTo>
                <a:close/>
              </a:path>
              <a:path w="427990" h="319404">
                <a:moveTo>
                  <a:pt x="370315" y="268933"/>
                </a:moveTo>
                <a:lnTo>
                  <a:pt x="362708" y="279226"/>
                </a:lnTo>
                <a:lnTo>
                  <a:pt x="372872" y="286766"/>
                </a:lnTo>
                <a:lnTo>
                  <a:pt x="380492" y="276479"/>
                </a:lnTo>
                <a:lnTo>
                  <a:pt x="370315" y="268933"/>
                </a:lnTo>
                <a:close/>
              </a:path>
              <a:path w="427990" h="319404">
                <a:moveTo>
                  <a:pt x="381635" y="253619"/>
                </a:moveTo>
                <a:lnTo>
                  <a:pt x="370315" y="268933"/>
                </a:lnTo>
                <a:lnTo>
                  <a:pt x="380492" y="276479"/>
                </a:lnTo>
                <a:lnTo>
                  <a:pt x="372872" y="286766"/>
                </a:lnTo>
                <a:lnTo>
                  <a:pt x="404863" y="286766"/>
                </a:lnTo>
                <a:lnTo>
                  <a:pt x="381635" y="253619"/>
                </a:lnTo>
                <a:close/>
              </a:path>
              <a:path w="427990" h="319404">
                <a:moveTo>
                  <a:pt x="7620" y="0"/>
                </a:moveTo>
                <a:lnTo>
                  <a:pt x="0" y="10160"/>
                </a:lnTo>
                <a:lnTo>
                  <a:pt x="362708" y="279226"/>
                </a:lnTo>
                <a:lnTo>
                  <a:pt x="370315" y="268933"/>
                </a:lnTo>
                <a:lnTo>
                  <a:pt x="76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36365" y="3906139"/>
            <a:ext cx="95250" cy="215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674</Words>
  <Application>Microsoft Office PowerPoint</Application>
  <PresentationFormat>On-screen Show (4:3)</PresentationFormat>
  <Paragraphs>139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Instantaneous Center of  Zero Velocity</vt:lpstr>
      <vt:lpstr>PROBLEMS</vt:lpstr>
      <vt:lpstr>PROBLEMS</vt:lpstr>
      <vt:lpstr>PROBLEMS</vt:lpstr>
      <vt:lpstr>PROBLEMS</vt:lpstr>
      <vt:lpstr>PROBLEMS</vt:lpstr>
      <vt:lpstr>PROBLEMS</vt:lpstr>
      <vt:lpstr>PROBLEMS</vt:lpstr>
      <vt:lpstr>Slide 9</vt:lpstr>
      <vt:lpstr>PROBLEMS</vt:lpstr>
      <vt:lpstr>Slide 11</vt:lpstr>
      <vt:lpstr>PROBLEMS</vt:lpstr>
      <vt:lpstr>PROBLEMS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Cinar</dc:creator>
  <cp:lastModifiedBy>AKR</cp:lastModifiedBy>
  <cp:revision>1</cp:revision>
  <dcterms:created xsi:type="dcterms:W3CDTF">2018-09-28T03:35:34Z</dcterms:created>
  <dcterms:modified xsi:type="dcterms:W3CDTF">2020-04-09T04:39:58Z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2018-09-28T00:00:00Z</vt:filetime>
  </property>
</Properties>
</file>